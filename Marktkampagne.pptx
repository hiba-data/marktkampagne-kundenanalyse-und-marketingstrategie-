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4" r:id="rId5"/>
    <p:sldId id="260" r:id="rId6"/>
    <p:sldId id="263" r:id="rId7"/>
    <p:sldId id="262" r:id="rId8"/>
    <p:sldId id="265" r:id="rId9"/>
    <p:sldId id="266" r:id="rId10"/>
    <p:sldId id="280" r:id="rId11"/>
    <p:sldId id="267" r:id="rId12"/>
    <p:sldId id="270" r:id="rId13"/>
    <p:sldId id="268" r:id="rId14"/>
    <p:sldId id="277" r:id="rId15"/>
    <p:sldId id="273" r:id="rId16"/>
    <p:sldId id="275" r:id="rId17"/>
    <p:sldId id="279" r:id="rId18"/>
    <p:sldId id="281" r:id="rId19"/>
    <p:sldId id="282" r:id="rId20"/>
    <p:sldId id="283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66FF"/>
    <a:srgbClr val="FFFF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AB1BB9-014A-4C72-BBF1-9F33255039FB}" v="244" dt="2026-02-03T12:14:41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howGuides="1">
      <p:cViewPr>
        <p:scale>
          <a:sx n="90" d="100"/>
          <a:sy n="90" d="100"/>
        </p:scale>
        <p:origin x="370" y="-461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ba Ben Rhouma" userId="c7fcd2ba-de17-4d98-9f61-b343f54caddb" providerId="ADAL" clId="{0C2CBF5D-6576-4AC4-81F0-1ABBB9698EC2}"/>
    <pc:docChg chg="undo custSel addSld delSld modSld sldOrd modMainMaster">
      <pc:chgData name="Hiba Ben Rhouma" userId="c7fcd2ba-de17-4d98-9f61-b343f54caddb" providerId="ADAL" clId="{0C2CBF5D-6576-4AC4-81F0-1ABBB9698EC2}" dt="2026-02-03T12:32:19.004" v="5280" actId="20577"/>
      <pc:docMkLst>
        <pc:docMk/>
      </pc:docMkLst>
      <pc:sldChg chg="addSp delSp modSp new mod ord setBg">
        <pc:chgData name="Hiba Ben Rhouma" userId="c7fcd2ba-de17-4d98-9f61-b343f54caddb" providerId="ADAL" clId="{0C2CBF5D-6576-4AC4-81F0-1ABBB9698EC2}" dt="2026-02-03T12:32:19.004" v="5280" actId="20577"/>
        <pc:sldMkLst>
          <pc:docMk/>
          <pc:sldMk cId="1590535867" sldId="257"/>
        </pc:sldMkLst>
        <pc:spChg chg="add mod">
          <ac:chgData name="Hiba Ben Rhouma" userId="c7fcd2ba-de17-4d98-9f61-b343f54caddb" providerId="ADAL" clId="{0C2CBF5D-6576-4AC4-81F0-1ABBB9698EC2}" dt="2026-02-03T12:32:19.004" v="5280" actId="20577"/>
          <ac:spMkLst>
            <pc:docMk/>
            <pc:sldMk cId="1590535867" sldId="257"/>
            <ac:spMk id="10" creationId="{60F34395-FE4C-96ED-D009-3AD967CE88FA}"/>
          </ac:spMkLst>
        </pc:spChg>
        <pc:spChg chg="add mod">
          <ac:chgData name="Hiba Ben Rhouma" userId="c7fcd2ba-de17-4d98-9f61-b343f54caddb" providerId="ADAL" clId="{0C2CBF5D-6576-4AC4-81F0-1ABBB9698EC2}" dt="2026-02-02T11:16:17.303" v="4687"/>
          <ac:spMkLst>
            <pc:docMk/>
            <pc:sldMk cId="1590535867" sldId="257"/>
            <ac:spMk id="11" creationId="{5F67741C-37F6-F11D-4871-D4E53C03697F}"/>
          </ac:spMkLst>
        </pc:spChg>
        <pc:spChg chg="add">
          <ac:chgData name="Hiba Ben Rhouma" userId="c7fcd2ba-de17-4d98-9f61-b343f54caddb" providerId="ADAL" clId="{0C2CBF5D-6576-4AC4-81F0-1ABBB9698EC2}" dt="2026-01-30T08:52:24.194" v="227" actId="26606"/>
          <ac:spMkLst>
            <pc:docMk/>
            <pc:sldMk cId="1590535867" sldId="257"/>
            <ac:spMk id="31" creationId="{04812C46-200A-4DEB-A05E-3ED6C68C2387}"/>
          </ac:spMkLst>
        </pc:spChg>
        <pc:spChg chg="add">
          <ac:chgData name="Hiba Ben Rhouma" userId="c7fcd2ba-de17-4d98-9f61-b343f54caddb" providerId="ADAL" clId="{0C2CBF5D-6576-4AC4-81F0-1ABBB9698EC2}" dt="2026-01-30T08:52:24.194" v="227" actId="26606"/>
          <ac:spMkLst>
            <pc:docMk/>
            <pc:sldMk cId="1590535867" sldId="257"/>
            <ac:spMk id="32" creationId="{D1EA859B-E555-4109-94F3-6700E046E008}"/>
          </ac:spMkLst>
        </pc:spChg>
        <pc:spChg chg="add mod">
          <ac:chgData name="Hiba Ben Rhouma" userId="c7fcd2ba-de17-4d98-9f61-b343f54caddb" providerId="ADAL" clId="{0C2CBF5D-6576-4AC4-81F0-1ABBB9698EC2}" dt="2026-02-02T11:15:55.328" v="4683" actId="20577"/>
          <ac:spMkLst>
            <pc:docMk/>
            <pc:sldMk cId="1590535867" sldId="257"/>
            <ac:spMk id="33" creationId="{D96A0D79-B5DF-D177-8926-8881B6066A49}"/>
          </ac:spMkLst>
        </pc:spChg>
        <pc:graphicFrameChg chg="add del modGraphic">
          <ac:chgData name="Hiba Ben Rhouma" userId="c7fcd2ba-de17-4d98-9f61-b343f54caddb" providerId="ADAL" clId="{0C2CBF5D-6576-4AC4-81F0-1ABBB9698EC2}" dt="2026-02-03T10:39:57.847" v="5216" actId="478"/>
          <ac:graphicFrameMkLst>
            <pc:docMk/>
            <pc:sldMk cId="1590535867" sldId="257"/>
            <ac:graphicFrameMk id="3" creationId="{1D0E3F82-2F69-4D78-C8BA-796A2E550FE2}"/>
          </ac:graphicFrameMkLst>
        </pc:graphicFrameChg>
        <pc:picChg chg="add mod">
          <ac:chgData name="Hiba Ben Rhouma" userId="c7fcd2ba-de17-4d98-9f61-b343f54caddb" providerId="ADAL" clId="{0C2CBF5D-6576-4AC4-81F0-1ABBB9698EC2}" dt="2026-02-03T12:31:58.316" v="5277" actId="1076"/>
          <ac:picMkLst>
            <pc:docMk/>
            <pc:sldMk cId="1590535867" sldId="257"/>
            <ac:picMk id="9" creationId="{02FAEB4C-3C6E-9EBA-3B4B-C14502D31EEC}"/>
          </ac:picMkLst>
        </pc:picChg>
      </pc:sldChg>
      <pc:sldChg chg="addSp delSp modSp new mod setBg">
        <pc:chgData name="Hiba Ben Rhouma" userId="c7fcd2ba-de17-4d98-9f61-b343f54caddb" providerId="ADAL" clId="{0C2CBF5D-6576-4AC4-81F0-1ABBB9698EC2}" dt="2026-02-02T11:30:56.724" v="4697" actId="113"/>
        <pc:sldMkLst>
          <pc:docMk/>
          <pc:sldMk cId="2484129179" sldId="258"/>
        </pc:sldMkLst>
        <pc:spChg chg="mod ord">
          <ac:chgData name="Hiba Ben Rhouma" userId="c7fcd2ba-de17-4d98-9f61-b343f54caddb" providerId="ADAL" clId="{0C2CBF5D-6576-4AC4-81F0-1ABBB9698EC2}" dt="2026-01-30T10:42:44.405" v="652" actId="26606"/>
          <ac:spMkLst>
            <pc:docMk/>
            <pc:sldMk cId="2484129179" sldId="258"/>
            <ac:spMk id="7" creationId="{DF9C4E05-427C-39E7-BD77-A0AFF9AFEDE5}"/>
          </ac:spMkLst>
        </pc:spChg>
        <pc:spChg chg="add mod">
          <ac:chgData name="Hiba Ben Rhouma" userId="c7fcd2ba-de17-4d98-9f61-b343f54caddb" providerId="ADAL" clId="{0C2CBF5D-6576-4AC4-81F0-1ABBB9698EC2}" dt="2026-01-30T10:45:57.345" v="661" actId="207"/>
          <ac:spMkLst>
            <pc:docMk/>
            <pc:sldMk cId="2484129179" sldId="258"/>
            <ac:spMk id="8" creationId="{C38F1572-EF6E-8F92-B6AF-6EB5C6AEDED6}"/>
          </ac:spMkLst>
        </pc:spChg>
        <pc:spChg chg="add">
          <ac:chgData name="Hiba Ben Rhouma" userId="c7fcd2ba-de17-4d98-9f61-b343f54caddb" providerId="ADAL" clId="{0C2CBF5D-6576-4AC4-81F0-1ABBB9698EC2}" dt="2026-01-30T10:42:44.405" v="652" actId="26606"/>
          <ac:spMkLst>
            <pc:docMk/>
            <pc:sldMk cId="2484129179" sldId="258"/>
            <ac:spMk id="4100" creationId="{9F7D5CDA-D291-4307-BF55-1381FED29634}"/>
          </ac:spMkLst>
        </pc:spChg>
        <pc:graphicFrameChg chg="add mod ord modGraphic">
          <ac:chgData name="Hiba Ben Rhouma" userId="c7fcd2ba-de17-4d98-9f61-b343f54caddb" providerId="ADAL" clId="{0C2CBF5D-6576-4AC4-81F0-1ABBB9698EC2}" dt="2026-02-02T11:30:56.724" v="4697" actId="113"/>
          <ac:graphicFrameMkLst>
            <pc:docMk/>
            <pc:sldMk cId="2484129179" sldId="258"/>
            <ac:graphicFrameMk id="5" creationId="{0778DBB7-97A2-810E-D658-B7AA8A339650}"/>
          </ac:graphicFrameMkLst>
        </pc:graphicFrameChg>
        <pc:picChg chg="add mod">
          <ac:chgData name="Hiba Ben Rhouma" userId="c7fcd2ba-de17-4d98-9f61-b343f54caddb" providerId="ADAL" clId="{0C2CBF5D-6576-4AC4-81F0-1ABBB9698EC2}" dt="2026-01-30T10:42:44.405" v="652" actId="26606"/>
          <ac:picMkLst>
            <pc:docMk/>
            <pc:sldMk cId="2484129179" sldId="258"/>
            <ac:picMk id="4098" creationId="{7560F27E-CE82-F5D5-1237-F68205353AB0}"/>
          </ac:picMkLst>
        </pc:picChg>
      </pc:sldChg>
      <pc:sldChg chg="addSp delSp modSp new mod">
        <pc:chgData name="Hiba Ben Rhouma" userId="c7fcd2ba-de17-4d98-9f61-b343f54caddb" providerId="ADAL" clId="{0C2CBF5D-6576-4AC4-81F0-1ABBB9698EC2}" dt="2026-01-30T21:49:10.195" v="3444" actId="1076"/>
        <pc:sldMkLst>
          <pc:docMk/>
          <pc:sldMk cId="297835037" sldId="259"/>
        </pc:sldMkLst>
        <pc:spChg chg="mod">
          <ac:chgData name="Hiba Ben Rhouma" userId="c7fcd2ba-de17-4d98-9f61-b343f54caddb" providerId="ADAL" clId="{0C2CBF5D-6576-4AC4-81F0-1ABBB9698EC2}" dt="2026-01-30T11:43:53.404" v="1729" actId="1037"/>
          <ac:spMkLst>
            <pc:docMk/>
            <pc:sldMk cId="297835037" sldId="259"/>
            <ac:spMk id="2" creationId="{81C11313-C6A1-1C52-18F0-533C21933B18}"/>
          </ac:spMkLst>
        </pc:spChg>
        <pc:spChg chg="add mod">
          <ac:chgData name="Hiba Ben Rhouma" userId="c7fcd2ba-de17-4d98-9f61-b343f54caddb" providerId="ADAL" clId="{0C2CBF5D-6576-4AC4-81F0-1ABBB9698EC2}" dt="2026-01-30T21:49:10.195" v="3444" actId="1076"/>
          <ac:spMkLst>
            <pc:docMk/>
            <pc:sldMk cId="297835037" sldId="259"/>
            <ac:spMk id="7" creationId="{BC2B9B93-224A-8614-F5EB-38CBA77D26D3}"/>
          </ac:spMkLst>
        </pc:spChg>
        <pc:spChg chg="add mod">
          <ac:chgData name="Hiba Ben Rhouma" userId="c7fcd2ba-de17-4d98-9f61-b343f54caddb" providerId="ADAL" clId="{0C2CBF5D-6576-4AC4-81F0-1ABBB9698EC2}" dt="2026-01-30T11:45:49.357" v="1798" actId="1076"/>
          <ac:spMkLst>
            <pc:docMk/>
            <pc:sldMk cId="297835037" sldId="259"/>
            <ac:spMk id="11" creationId="{23DC7AE7-CA3D-5F3B-69AD-D41965435207}"/>
          </ac:spMkLst>
        </pc:spChg>
        <pc:spChg chg="add mod">
          <ac:chgData name="Hiba Ben Rhouma" userId="c7fcd2ba-de17-4d98-9f61-b343f54caddb" providerId="ADAL" clId="{0C2CBF5D-6576-4AC4-81F0-1ABBB9698EC2}" dt="2026-01-30T11:45:25.197" v="1783" actId="1035"/>
          <ac:spMkLst>
            <pc:docMk/>
            <pc:sldMk cId="297835037" sldId="259"/>
            <ac:spMk id="12" creationId="{7F924042-74CB-06C2-86EC-F22D5E56867A}"/>
          </ac:spMkLst>
        </pc:spChg>
        <pc:spChg chg="add mod">
          <ac:chgData name="Hiba Ben Rhouma" userId="c7fcd2ba-de17-4d98-9f61-b343f54caddb" providerId="ADAL" clId="{0C2CBF5D-6576-4AC4-81F0-1ABBB9698EC2}" dt="2026-01-30T11:45:43.273" v="1797" actId="1076"/>
          <ac:spMkLst>
            <pc:docMk/>
            <pc:sldMk cId="297835037" sldId="259"/>
            <ac:spMk id="14" creationId="{27CDE6E1-EA14-2803-B7B6-66CF4CB0CDA5}"/>
          </ac:spMkLst>
        </pc:spChg>
        <pc:spChg chg="add mod">
          <ac:chgData name="Hiba Ben Rhouma" userId="c7fcd2ba-de17-4d98-9f61-b343f54caddb" providerId="ADAL" clId="{0C2CBF5D-6576-4AC4-81F0-1ABBB9698EC2}" dt="2026-01-30T12:02:39.141" v="1981" actId="1038"/>
          <ac:spMkLst>
            <pc:docMk/>
            <pc:sldMk cId="297835037" sldId="259"/>
            <ac:spMk id="16" creationId="{949A05E1-D26F-9267-6955-88C953F85327}"/>
          </ac:spMkLst>
        </pc:spChg>
        <pc:spChg chg="add mod">
          <ac:chgData name="Hiba Ben Rhouma" userId="c7fcd2ba-de17-4d98-9f61-b343f54caddb" providerId="ADAL" clId="{0C2CBF5D-6576-4AC4-81F0-1ABBB9698EC2}" dt="2026-01-30T21:46:47.310" v="3439" actId="1076"/>
          <ac:spMkLst>
            <pc:docMk/>
            <pc:sldMk cId="297835037" sldId="259"/>
            <ac:spMk id="18" creationId="{75EC7F1A-CAC2-4109-D04E-AB0EFF8939E8}"/>
          </ac:spMkLst>
        </pc:spChg>
        <pc:spChg chg="add mod">
          <ac:chgData name="Hiba Ben Rhouma" userId="c7fcd2ba-de17-4d98-9f61-b343f54caddb" providerId="ADAL" clId="{0C2CBF5D-6576-4AC4-81F0-1ABBB9698EC2}" dt="2026-01-30T21:47:00.426" v="3440" actId="1076"/>
          <ac:spMkLst>
            <pc:docMk/>
            <pc:sldMk cId="297835037" sldId="259"/>
            <ac:spMk id="20" creationId="{C12C5CE1-B415-3493-30E4-3BB31CF55901}"/>
          </ac:spMkLst>
        </pc:spChg>
        <pc:picChg chg="add mod">
          <ac:chgData name="Hiba Ben Rhouma" userId="c7fcd2ba-de17-4d98-9f61-b343f54caddb" providerId="ADAL" clId="{0C2CBF5D-6576-4AC4-81F0-1ABBB9698EC2}" dt="2026-01-30T11:20:07.196" v="1169" actId="1076"/>
          <ac:picMkLst>
            <pc:docMk/>
            <pc:sldMk cId="297835037" sldId="259"/>
            <ac:picMk id="9" creationId="{729DBF4D-8A29-4ECE-5A63-F98913B051E0}"/>
          </ac:picMkLst>
        </pc:picChg>
      </pc:sldChg>
      <pc:sldChg chg="addSp delSp modSp new mod">
        <pc:chgData name="Hiba Ben Rhouma" userId="c7fcd2ba-de17-4d98-9f61-b343f54caddb" providerId="ADAL" clId="{0C2CBF5D-6576-4AC4-81F0-1ABBB9698EC2}" dt="2026-02-02T12:22:56.613" v="4707" actId="20577"/>
        <pc:sldMkLst>
          <pc:docMk/>
          <pc:sldMk cId="2498082822" sldId="260"/>
        </pc:sldMkLst>
        <pc:spChg chg="mod">
          <ac:chgData name="Hiba Ben Rhouma" userId="c7fcd2ba-de17-4d98-9f61-b343f54caddb" providerId="ADAL" clId="{0C2CBF5D-6576-4AC4-81F0-1ABBB9698EC2}" dt="2026-01-30T13:05:14.614" v="2401" actId="1038"/>
          <ac:spMkLst>
            <pc:docMk/>
            <pc:sldMk cId="2498082822" sldId="260"/>
            <ac:spMk id="2" creationId="{F9EDFB0C-9752-C11A-C418-6DF82DEA5E09}"/>
          </ac:spMkLst>
        </pc:spChg>
        <pc:spChg chg="mod">
          <ac:chgData name="Hiba Ben Rhouma" userId="c7fcd2ba-de17-4d98-9f61-b343f54caddb" providerId="ADAL" clId="{0C2CBF5D-6576-4AC4-81F0-1ABBB9698EC2}" dt="2026-01-30T11:41:34.560" v="1708" actId="1582"/>
          <ac:spMkLst>
            <pc:docMk/>
            <pc:sldMk cId="2498082822" sldId="260"/>
            <ac:spMk id="7" creationId="{14582B74-E2CB-566B-56E9-936DDECA8193}"/>
          </ac:spMkLst>
        </pc:spChg>
        <pc:spChg chg="mod">
          <ac:chgData name="Hiba Ben Rhouma" userId="c7fcd2ba-de17-4d98-9f61-b343f54caddb" providerId="ADAL" clId="{0C2CBF5D-6576-4AC4-81F0-1ABBB9698EC2}" dt="2026-01-30T11:31:08.882" v="1317" actId="404"/>
          <ac:spMkLst>
            <pc:docMk/>
            <pc:sldMk cId="2498082822" sldId="260"/>
            <ac:spMk id="8" creationId="{05381CA1-6F79-6AE4-8C0E-AB98C741E714}"/>
          </ac:spMkLst>
        </pc:spChg>
        <pc:spChg chg="mod">
          <ac:chgData name="Hiba Ben Rhouma" userId="c7fcd2ba-de17-4d98-9f61-b343f54caddb" providerId="ADAL" clId="{0C2CBF5D-6576-4AC4-81F0-1ABBB9698EC2}" dt="2026-01-30T11:40:54.957" v="1703" actId="207"/>
          <ac:spMkLst>
            <pc:docMk/>
            <pc:sldMk cId="2498082822" sldId="260"/>
            <ac:spMk id="11" creationId="{3A59B275-B3F9-2BD8-F572-D80C2472C68E}"/>
          </ac:spMkLst>
        </pc:spChg>
        <pc:spChg chg="mod">
          <ac:chgData name="Hiba Ben Rhouma" userId="c7fcd2ba-de17-4d98-9f61-b343f54caddb" providerId="ADAL" clId="{0C2CBF5D-6576-4AC4-81F0-1ABBB9698EC2}" dt="2026-01-30T11:38:08.170" v="1627" actId="404"/>
          <ac:spMkLst>
            <pc:docMk/>
            <pc:sldMk cId="2498082822" sldId="260"/>
            <ac:spMk id="12" creationId="{D80F4C2D-7707-C602-BEE2-CA86AD60A0F2}"/>
          </ac:spMkLst>
        </pc:spChg>
        <pc:spChg chg="mod">
          <ac:chgData name="Hiba Ben Rhouma" userId="c7fcd2ba-de17-4d98-9f61-b343f54caddb" providerId="ADAL" clId="{0C2CBF5D-6576-4AC4-81F0-1ABBB9698EC2}" dt="2026-01-30T11:41:07.798" v="1705" actId="207"/>
          <ac:spMkLst>
            <pc:docMk/>
            <pc:sldMk cId="2498082822" sldId="260"/>
            <ac:spMk id="15" creationId="{0113BDD4-6A92-6715-F7BC-16F5DA01D19A}"/>
          </ac:spMkLst>
        </pc:spChg>
        <pc:spChg chg="mod">
          <ac:chgData name="Hiba Ben Rhouma" userId="c7fcd2ba-de17-4d98-9f61-b343f54caddb" providerId="ADAL" clId="{0C2CBF5D-6576-4AC4-81F0-1ABBB9698EC2}" dt="2026-01-30T11:31:04.379" v="1316" actId="404"/>
          <ac:spMkLst>
            <pc:docMk/>
            <pc:sldMk cId="2498082822" sldId="260"/>
            <ac:spMk id="16" creationId="{CB94C2CE-2870-D8D6-3C6F-514040E1B5D7}"/>
          </ac:spMkLst>
        </pc:spChg>
        <pc:spChg chg="mod">
          <ac:chgData name="Hiba Ben Rhouma" userId="c7fcd2ba-de17-4d98-9f61-b343f54caddb" providerId="ADAL" clId="{0C2CBF5D-6576-4AC4-81F0-1ABBB9698EC2}" dt="2026-01-30T11:41:13.038" v="1706" actId="207"/>
          <ac:spMkLst>
            <pc:docMk/>
            <pc:sldMk cId="2498082822" sldId="260"/>
            <ac:spMk id="19" creationId="{676282CC-A63C-5B91-95C3-41EF51BE6654}"/>
          </ac:spMkLst>
        </pc:spChg>
        <pc:spChg chg="mod">
          <ac:chgData name="Hiba Ben Rhouma" userId="c7fcd2ba-de17-4d98-9f61-b343f54caddb" providerId="ADAL" clId="{0C2CBF5D-6576-4AC4-81F0-1ABBB9698EC2}" dt="2026-02-02T12:22:56.613" v="4707" actId="20577"/>
          <ac:spMkLst>
            <pc:docMk/>
            <pc:sldMk cId="2498082822" sldId="260"/>
            <ac:spMk id="20" creationId="{7865B6E9-B470-720E-596E-26CADBCDBC2C}"/>
          </ac:spMkLst>
        </pc:spChg>
        <pc:spChg chg="mod">
          <ac:chgData name="Hiba Ben Rhouma" userId="c7fcd2ba-de17-4d98-9f61-b343f54caddb" providerId="ADAL" clId="{0C2CBF5D-6576-4AC4-81F0-1ABBB9698EC2}" dt="2026-01-30T11:41:01.185" v="1704" actId="207"/>
          <ac:spMkLst>
            <pc:docMk/>
            <pc:sldMk cId="2498082822" sldId="260"/>
            <ac:spMk id="23" creationId="{2D21F593-1BF6-BB23-A740-A7076CBF9965}"/>
          </ac:spMkLst>
        </pc:spChg>
        <pc:spChg chg="mod">
          <ac:chgData name="Hiba Ben Rhouma" userId="c7fcd2ba-de17-4d98-9f61-b343f54caddb" providerId="ADAL" clId="{0C2CBF5D-6576-4AC4-81F0-1ABBB9698EC2}" dt="2026-01-30T11:32:45.540" v="1461" actId="20577"/>
          <ac:spMkLst>
            <pc:docMk/>
            <pc:sldMk cId="2498082822" sldId="260"/>
            <ac:spMk id="24" creationId="{3D2B2368-18F9-810B-B4B6-053F0CDFE72D}"/>
          </ac:spMkLst>
        </pc:spChg>
        <pc:spChg chg="mod">
          <ac:chgData name="Hiba Ben Rhouma" userId="c7fcd2ba-de17-4d98-9f61-b343f54caddb" providerId="ADAL" clId="{0C2CBF5D-6576-4AC4-81F0-1ABBB9698EC2}" dt="2026-01-30T11:41:18.523" v="1707" actId="207"/>
          <ac:spMkLst>
            <pc:docMk/>
            <pc:sldMk cId="2498082822" sldId="260"/>
            <ac:spMk id="27" creationId="{48F1F367-6FA1-35B7-4C73-3489F7B12E4F}"/>
          </ac:spMkLst>
        </pc:spChg>
        <pc:spChg chg="mod">
          <ac:chgData name="Hiba Ben Rhouma" userId="c7fcd2ba-de17-4d98-9f61-b343f54caddb" providerId="ADAL" clId="{0C2CBF5D-6576-4AC4-81F0-1ABBB9698EC2}" dt="2026-01-30T11:50:42.562" v="1816" actId="108"/>
          <ac:spMkLst>
            <pc:docMk/>
            <pc:sldMk cId="2498082822" sldId="260"/>
            <ac:spMk id="28" creationId="{C36A5200-F53D-3E6E-AB39-450093FF7618}"/>
          </ac:spMkLst>
        </pc:spChg>
        <pc:grpChg chg="add mod">
          <ac:chgData name="Hiba Ben Rhouma" userId="c7fcd2ba-de17-4d98-9f61-b343f54caddb" providerId="ADAL" clId="{0C2CBF5D-6576-4AC4-81F0-1ABBB9698EC2}" dt="2026-01-30T11:37:04.906" v="1530" actId="14100"/>
          <ac:grpSpMkLst>
            <pc:docMk/>
            <pc:sldMk cId="2498082822" sldId="260"/>
            <ac:grpSpMk id="5" creationId="{AEA73AD2-6669-8765-5699-23DBF6879AE8}"/>
          </ac:grpSpMkLst>
        </pc:grpChg>
        <pc:grpChg chg="add mod">
          <ac:chgData name="Hiba Ben Rhouma" userId="c7fcd2ba-de17-4d98-9f61-b343f54caddb" providerId="ADAL" clId="{0C2CBF5D-6576-4AC4-81F0-1ABBB9698EC2}" dt="2026-01-30T11:37:09.730" v="1531" actId="14100"/>
          <ac:grpSpMkLst>
            <pc:docMk/>
            <pc:sldMk cId="2498082822" sldId="260"/>
            <ac:grpSpMk id="9" creationId="{B698BAFF-2C9F-EF3E-8DC6-DF5D1D0933BB}"/>
          </ac:grpSpMkLst>
        </pc:grpChg>
        <pc:grpChg chg="add mod">
          <ac:chgData name="Hiba Ben Rhouma" userId="c7fcd2ba-de17-4d98-9f61-b343f54caddb" providerId="ADAL" clId="{0C2CBF5D-6576-4AC4-81F0-1ABBB9698EC2}" dt="2026-01-30T11:37:46.146" v="1576" actId="14100"/>
          <ac:grpSpMkLst>
            <pc:docMk/>
            <pc:sldMk cId="2498082822" sldId="260"/>
            <ac:grpSpMk id="13" creationId="{282F2D78-DB28-468B-B49E-3D632E70A49F}"/>
          </ac:grpSpMkLst>
        </pc:grpChg>
        <pc:grpChg chg="add mod">
          <ac:chgData name="Hiba Ben Rhouma" userId="c7fcd2ba-de17-4d98-9f61-b343f54caddb" providerId="ADAL" clId="{0C2CBF5D-6576-4AC4-81F0-1ABBB9698EC2}" dt="2026-01-30T11:37:57.051" v="1626" actId="1037"/>
          <ac:grpSpMkLst>
            <pc:docMk/>
            <pc:sldMk cId="2498082822" sldId="260"/>
            <ac:grpSpMk id="17" creationId="{A9975A3D-19E6-973E-4D17-2E1413182072}"/>
          </ac:grpSpMkLst>
        </pc:grpChg>
        <pc:grpChg chg="add mod">
          <ac:chgData name="Hiba Ben Rhouma" userId="c7fcd2ba-de17-4d98-9f61-b343f54caddb" providerId="ADAL" clId="{0C2CBF5D-6576-4AC4-81F0-1ABBB9698EC2}" dt="2026-01-30T11:36:56.526" v="1529" actId="1037"/>
          <ac:grpSpMkLst>
            <pc:docMk/>
            <pc:sldMk cId="2498082822" sldId="260"/>
            <ac:grpSpMk id="21" creationId="{A706A80D-41A9-039A-2F36-67CFB2400811}"/>
          </ac:grpSpMkLst>
        </pc:grpChg>
        <pc:grpChg chg="add mod">
          <ac:chgData name="Hiba Ben Rhouma" userId="c7fcd2ba-de17-4d98-9f61-b343f54caddb" providerId="ADAL" clId="{0C2CBF5D-6576-4AC4-81F0-1ABBB9698EC2}" dt="2026-01-30T11:39:38.922" v="1692" actId="1035"/>
          <ac:grpSpMkLst>
            <pc:docMk/>
            <pc:sldMk cId="2498082822" sldId="260"/>
            <ac:grpSpMk id="25" creationId="{5DA40A6E-599D-F7E1-38CC-7FD40A9B2BB3}"/>
          </ac:grpSpMkLst>
        </pc:grpChg>
        <pc:picChg chg="mod">
          <ac:chgData name="Hiba Ben Rhouma" userId="c7fcd2ba-de17-4d98-9f61-b343f54caddb" providerId="ADAL" clId="{0C2CBF5D-6576-4AC4-81F0-1ABBB9698EC2}" dt="2026-01-30T11:24:01.116" v="1176"/>
          <ac:picMkLst>
            <pc:docMk/>
            <pc:sldMk cId="2498082822" sldId="260"/>
            <ac:picMk id="6" creationId="{B0BE5572-F37B-24BA-672F-AA9F8B97F04B}"/>
          </ac:picMkLst>
        </pc:picChg>
        <pc:picChg chg="mod">
          <ac:chgData name="Hiba Ben Rhouma" userId="c7fcd2ba-de17-4d98-9f61-b343f54caddb" providerId="ADAL" clId="{0C2CBF5D-6576-4AC4-81F0-1ABBB9698EC2}" dt="2026-01-30T11:25:46.039" v="1180"/>
          <ac:picMkLst>
            <pc:docMk/>
            <pc:sldMk cId="2498082822" sldId="260"/>
            <ac:picMk id="10" creationId="{E1409D07-25AA-5D14-8EE0-D2D513128712}"/>
          </ac:picMkLst>
        </pc:picChg>
        <pc:picChg chg="mod">
          <ac:chgData name="Hiba Ben Rhouma" userId="c7fcd2ba-de17-4d98-9f61-b343f54caddb" providerId="ADAL" clId="{0C2CBF5D-6576-4AC4-81F0-1ABBB9698EC2}" dt="2026-01-30T11:28:09.175" v="1245"/>
          <ac:picMkLst>
            <pc:docMk/>
            <pc:sldMk cId="2498082822" sldId="260"/>
            <ac:picMk id="14" creationId="{2CF1137D-82FC-737E-FBA9-2F8B62C7EB86}"/>
          </ac:picMkLst>
        </pc:picChg>
        <pc:picChg chg="mod">
          <ac:chgData name="Hiba Ben Rhouma" userId="c7fcd2ba-de17-4d98-9f61-b343f54caddb" providerId="ADAL" clId="{0C2CBF5D-6576-4AC4-81F0-1ABBB9698EC2}" dt="2026-01-30T11:29:04.776" v="1254"/>
          <ac:picMkLst>
            <pc:docMk/>
            <pc:sldMk cId="2498082822" sldId="260"/>
            <ac:picMk id="18" creationId="{EDE4BE17-260B-6172-F6EA-20EF28EF475D}"/>
          </ac:picMkLst>
        </pc:picChg>
        <pc:picChg chg="mod">
          <ac:chgData name="Hiba Ben Rhouma" userId="c7fcd2ba-de17-4d98-9f61-b343f54caddb" providerId="ADAL" clId="{0C2CBF5D-6576-4AC4-81F0-1ABBB9698EC2}" dt="2026-01-30T11:32:24.295" v="1323"/>
          <ac:picMkLst>
            <pc:docMk/>
            <pc:sldMk cId="2498082822" sldId="260"/>
            <ac:picMk id="22" creationId="{46A04F6F-CDAE-25EC-AA47-BF4CE1C7B425}"/>
          </ac:picMkLst>
        </pc:picChg>
        <pc:picChg chg="mod">
          <ac:chgData name="Hiba Ben Rhouma" userId="c7fcd2ba-de17-4d98-9f61-b343f54caddb" providerId="ADAL" clId="{0C2CBF5D-6576-4AC4-81F0-1ABBB9698EC2}" dt="2026-01-30T11:39:26.439" v="1628"/>
          <ac:picMkLst>
            <pc:docMk/>
            <pc:sldMk cId="2498082822" sldId="260"/>
            <ac:picMk id="26" creationId="{8342CA28-1D1E-57F7-1161-8A4876843F6D}"/>
          </ac:picMkLst>
        </pc:picChg>
      </pc:sldChg>
      <pc:sldChg chg="addSp delSp modSp new mod">
        <pc:chgData name="Hiba Ben Rhouma" userId="c7fcd2ba-de17-4d98-9f61-b343f54caddb" providerId="ADAL" clId="{0C2CBF5D-6576-4AC4-81F0-1ABBB9698EC2}" dt="2026-01-30T13:23:32.379" v="2538" actId="14100"/>
        <pc:sldMkLst>
          <pc:docMk/>
          <pc:sldMk cId="1431602921" sldId="262"/>
        </pc:sldMkLst>
        <pc:spChg chg="add mod">
          <ac:chgData name="Hiba Ben Rhouma" userId="c7fcd2ba-de17-4d98-9f61-b343f54caddb" providerId="ADAL" clId="{0C2CBF5D-6576-4AC4-81F0-1ABBB9698EC2}" dt="2026-01-30T13:01:50.544" v="2271" actId="1035"/>
          <ac:spMkLst>
            <pc:docMk/>
            <pc:sldMk cId="1431602921" sldId="262"/>
            <ac:spMk id="9" creationId="{A56EA846-0FCA-0B0D-25EE-CE4795281638}"/>
          </ac:spMkLst>
        </pc:spChg>
        <pc:graphicFrameChg chg="add mod">
          <ac:chgData name="Hiba Ben Rhouma" userId="c7fcd2ba-de17-4d98-9f61-b343f54caddb" providerId="ADAL" clId="{0C2CBF5D-6576-4AC4-81F0-1ABBB9698EC2}" dt="2026-01-30T13:23:32.379" v="2538" actId="14100"/>
          <ac:graphicFrameMkLst>
            <pc:docMk/>
            <pc:sldMk cId="1431602921" sldId="262"/>
            <ac:graphicFrameMk id="11" creationId="{610BCE19-54BE-F693-36BA-EC499843BB5C}"/>
          </ac:graphicFrameMkLst>
        </pc:graphicFrameChg>
        <pc:picChg chg="add mod ord">
          <ac:chgData name="Hiba Ben Rhouma" userId="c7fcd2ba-de17-4d98-9f61-b343f54caddb" providerId="ADAL" clId="{0C2CBF5D-6576-4AC4-81F0-1ABBB9698EC2}" dt="2026-01-30T13:01:59.686" v="2280" actId="1035"/>
          <ac:picMkLst>
            <pc:docMk/>
            <pc:sldMk cId="1431602921" sldId="262"/>
            <ac:picMk id="6" creationId="{1DCF1EF4-9EF0-FD15-0690-CF11CABEADAF}"/>
          </ac:picMkLst>
        </pc:picChg>
      </pc:sldChg>
      <pc:sldChg chg="addSp delSp modSp new mod setBg addAnim modAnim">
        <pc:chgData name="Hiba Ben Rhouma" userId="c7fcd2ba-de17-4d98-9f61-b343f54caddb" providerId="ADAL" clId="{0C2CBF5D-6576-4AC4-81F0-1ABBB9698EC2}" dt="2026-02-02T20:17:05.844" v="5183" actId="208"/>
        <pc:sldMkLst>
          <pc:docMk/>
          <pc:sldMk cId="4142189137" sldId="263"/>
        </pc:sldMkLst>
        <pc:spChg chg="add mod">
          <ac:chgData name="Hiba Ben Rhouma" userId="c7fcd2ba-de17-4d98-9f61-b343f54caddb" providerId="ADAL" clId="{0C2CBF5D-6576-4AC4-81F0-1ABBB9698EC2}" dt="2026-02-02T20:17:05.844" v="5183" actId="208"/>
          <ac:spMkLst>
            <pc:docMk/>
            <pc:sldMk cId="4142189137" sldId="263"/>
            <ac:spMk id="2" creationId="{359487B4-63BF-1234-A005-DCDC975E226C}"/>
          </ac:spMkLst>
        </pc:spChg>
        <pc:spChg chg="mod ord">
          <ac:chgData name="Hiba Ben Rhouma" userId="c7fcd2ba-de17-4d98-9f61-b343f54caddb" providerId="ADAL" clId="{0C2CBF5D-6576-4AC4-81F0-1ABBB9698EC2}" dt="2026-01-30T13:04:54.707" v="2382" actId="26606"/>
          <ac:spMkLst>
            <pc:docMk/>
            <pc:sldMk cId="4142189137" sldId="263"/>
            <ac:spMk id="4" creationId="{9C8E4556-D83E-C544-D5BE-4313B0F54E97}"/>
          </ac:spMkLst>
        </pc:spChg>
        <pc:spChg chg="add mod">
          <ac:chgData name="Hiba Ben Rhouma" userId="c7fcd2ba-de17-4d98-9f61-b343f54caddb" providerId="ADAL" clId="{0C2CBF5D-6576-4AC4-81F0-1ABBB9698EC2}" dt="2026-01-30T13:04:54.707" v="2382" actId="26606"/>
          <ac:spMkLst>
            <pc:docMk/>
            <pc:sldMk cId="4142189137" sldId="263"/>
            <ac:spMk id="14" creationId="{5D26A3AD-476D-052B-A870-7BC82E808128}"/>
          </ac:spMkLst>
        </pc:spChg>
        <pc:spChg chg="add">
          <ac:chgData name="Hiba Ben Rhouma" userId="c7fcd2ba-de17-4d98-9f61-b343f54caddb" providerId="ADAL" clId="{0C2CBF5D-6576-4AC4-81F0-1ABBB9698EC2}" dt="2026-01-30T13:04:54.707" v="2382" actId="26606"/>
          <ac:spMkLst>
            <pc:docMk/>
            <pc:sldMk cId="4142189137" sldId="263"/>
            <ac:spMk id="19" creationId="{9D768B77-8742-43A0-AF16-6AC4D378E482}"/>
          </ac:spMkLst>
        </pc:spChg>
        <pc:spChg chg="add">
          <ac:chgData name="Hiba Ben Rhouma" userId="c7fcd2ba-de17-4d98-9f61-b343f54caddb" providerId="ADAL" clId="{0C2CBF5D-6576-4AC4-81F0-1ABBB9698EC2}" dt="2026-01-30T13:04:54.707" v="2382" actId="26606"/>
          <ac:spMkLst>
            <pc:docMk/>
            <pc:sldMk cId="4142189137" sldId="263"/>
            <ac:spMk id="21" creationId="{48B13CA8-CBEA-4805-955D-CEBE32236560}"/>
          </ac:spMkLst>
        </pc:spChg>
        <pc:picChg chg="add mod ord">
          <ac:chgData name="Hiba Ben Rhouma" userId="c7fcd2ba-de17-4d98-9f61-b343f54caddb" providerId="ADAL" clId="{0C2CBF5D-6576-4AC4-81F0-1ABBB9698EC2}" dt="2026-02-02T20:16:29.135" v="5175" actId="1076"/>
          <ac:picMkLst>
            <pc:docMk/>
            <pc:sldMk cId="4142189137" sldId="263"/>
            <ac:picMk id="12" creationId="{3D6028FC-98A7-D402-AF45-8226CA6010D1}"/>
          </ac:picMkLst>
        </pc:picChg>
      </pc:sldChg>
      <pc:sldChg chg="addSp delSp modSp new mod setBg">
        <pc:chgData name="Hiba Ben Rhouma" userId="c7fcd2ba-de17-4d98-9f61-b343f54caddb" providerId="ADAL" clId="{0C2CBF5D-6576-4AC4-81F0-1ABBB9698EC2}" dt="2026-02-02T18:45:29.896" v="5114" actId="20577"/>
        <pc:sldMkLst>
          <pc:docMk/>
          <pc:sldMk cId="2891242823" sldId="264"/>
        </pc:sldMkLst>
        <pc:spChg chg="mod ord">
          <ac:chgData name="Hiba Ben Rhouma" userId="c7fcd2ba-de17-4d98-9f61-b343f54caddb" providerId="ADAL" clId="{0C2CBF5D-6576-4AC4-81F0-1ABBB9698EC2}" dt="2026-01-30T12:10:59.511" v="2160" actId="26606"/>
          <ac:spMkLst>
            <pc:docMk/>
            <pc:sldMk cId="2891242823" sldId="264"/>
            <ac:spMk id="4" creationId="{86ECD6D3-0D12-7E78-4222-5987F6CA2B69}"/>
          </ac:spMkLst>
        </pc:spChg>
        <pc:spChg chg="add mod ord">
          <ac:chgData name="Hiba Ben Rhouma" userId="c7fcd2ba-de17-4d98-9f61-b343f54caddb" providerId="ADAL" clId="{0C2CBF5D-6576-4AC4-81F0-1ABBB9698EC2}" dt="2026-02-02T18:45:29.896" v="5114" actId="20577"/>
          <ac:spMkLst>
            <pc:docMk/>
            <pc:sldMk cId="2891242823" sldId="264"/>
            <ac:spMk id="6" creationId="{E932F576-6BE2-A323-084D-5BB742866F4C}"/>
          </ac:spMkLst>
        </pc:spChg>
        <pc:spChg chg="add mod">
          <ac:chgData name="Hiba Ben Rhouma" userId="c7fcd2ba-de17-4d98-9f61-b343f54caddb" providerId="ADAL" clId="{0C2CBF5D-6576-4AC4-81F0-1ABBB9698EC2}" dt="2026-01-30T12:10:59.511" v="2160" actId="26606"/>
          <ac:spMkLst>
            <pc:docMk/>
            <pc:sldMk cId="2891242823" sldId="264"/>
            <ac:spMk id="8" creationId="{113CA676-C919-4B93-AD0A-8B7BFA3D6716}"/>
          </ac:spMkLst>
        </pc:spChg>
        <pc:spChg chg="add">
          <ac:chgData name="Hiba Ben Rhouma" userId="c7fcd2ba-de17-4d98-9f61-b343f54caddb" providerId="ADAL" clId="{0C2CBF5D-6576-4AC4-81F0-1ABBB9698EC2}" dt="2026-01-30T12:10:59.511" v="2160" actId="26606"/>
          <ac:spMkLst>
            <pc:docMk/>
            <pc:sldMk cId="2891242823" sldId="264"/>
            <ac:spMk id="15" creationId="{9F7D5CDA-D291-4307-BF55-1381FED29634}"/>
          </ac:spMkLst>
        </pc:spChg>
        <pc:picChg chg="add mod">
          <ac:chgData name="Hiba Ben Rhouma" userId="c7fcd2ba-de17-4d98-9f61-b343f54caddb" providerId="ADAL" clId="{0C2CBF5D-6576-4AC4-81F0-1ABBB9698EC2}" dt="2026-01-30T12:11:17.866" v="2161" actId="27614"/>
          <ac:picMkLst>
            <pc:docMk/>
            <pc:sldMk cId="2891242823" sldId="264"/>
            <ac:picMk id="10" creationId="{6045FB64-A134-5114-C176-55F882B808E7}"/>
          </ac:picMkLst>
        </pc:picChg>
      </pc:sldChg>
      <pc:sldChg chg="addSp delSp modSp new mod setBg modAnim">
        <pc:chgData name="Hiba Ben Rhouma" userId="c7fcd2ba-de17-4d98-9f61-b343f54caddb" providerId="ADAL" clId="{0C2CBF5D-6576-4AC4-81F0-1ABBB9698EC2}" dt="2026-02-02T20:16:20.111" v="5172" actId="1076"/>
        <pc:sldMkLst>
          <pc:docMk/>
          <pc:sldMk cId="3274869507" sldId="265"/>
        </pc:sldMkLst>
        <pc:spChg chg="mod">
          <ac:chgData name="Hiba Ben Rhouma" userId="c7fcd2ba-de17-4d98-9f61-b343f54caddb" providerId="ADAL" clId="{0C2CBF5D-6576-4AC4-81F0-1ABBB9698EC2}" dt="2026-01-30T13:22:30.545" v="2533" actId="403"/>
          <ac:spMkLst>
            <pc:docMk/>
            <pc:sldMk cId="3274869507" sldId="265"/>
            <ac:spMk id="2" creationId="{2359EED9-0A8D-C0A2-8F55-83907A1DBAFF}"/>
          </ac:spMkLst>
        </pc:spChg>
        <pc:spChg chg="add mod">
          <ac:chgData name="Hiba Ben Rhouma" userId="c7fcd2ba-de17-4d98-9f61-b343f54caddb" providerId="ADAL" clId="{0C2CBF5D-6576-4AC4-81F0-1ABBB9698EC2}" dt="2026-02-02T15:26:08.945" v="5092" actId="14100"/>
          <ac:spMkLst>
            <pc:docMk/>
            <pc:sldMk cId="3274869507" sldId="265"/>
            <ac:spMk id="3" creationId="{CBB17246-37AB-9BA0-FE72-CA4F4729AC16}"/>
          </ac:spMkLst>
        </pc:spChg>
        <pc:spChg chg="mod ord">
          <ac:chgData name="Hiba Ben Rhouma" userId="c7fcd2ba-de17-4d98-9f61-b343f54caddb" providerId="ADAL" clId="{0C2CBF5D-6576-4AC4-81F0-1ABBB9698EC2}" dt="2026-01-30T13:21:00.792" v="2509" actId="26606"/>
          <ac:spMkLst>
            <pc:docMk/>
            <pc:sldMk cId="3274869507" sldId="265"/>
            <ac:spMk id="4" creationId="{D9082AEE-C2DB-91DA-1675-A2C6EA9E520A}"/>
          </ac:spMkLst>
        </pc:spChg>
        <pc:spChg chg="add mod">
          <ac:chgData name="Hiba Ben Rhouma" userId="c7fcd2ba-de17-4d98-9f61-b343f54caddb" providerId="ADAL" clId="{0C2CBF5D-6576-4AC4-81F0-1ABBB9698EC2}" dt="2026-01-30T13:22:42.191" v="2535" actId="403"/>
          <ac:spMkLst>
            <pc:docMk/>
            <pc:sldMk cId="3274869507" sldId="265"/>
            <ac:spMk id="7" creationId="{17AA738C-76C0-C5E7-CF82-6CC35C5ADAF8}"/>
          </ac:spMkLst>
        </pc:spChg>
        <pc:spChg chg="add mod">
          <ac:chgData name="Hiba Ben Rhouma" userId="c7fcd2ba-de17-4d98-9f61-b343f54caddb" providerId="ADAL" clId="{0C2CBF5D-6576-4AC4-81F0-1ABBB9698EC2}" dt="2026-02-02T20:16:20.111" v="5172" actId="1076"/>
          <ac:spMkLst>
            <pc:docMk/>
            <pc:sldMk cId="3274869507" sldId="265"/>
            <ac:spMk id="11" creationId="{6313DBF1-3807-FD42-81AA-023BA1788DEB}"/>
          </ac:spMkLst>
        </pc:spChg>
        <pc:spChg chg="add">
          <ac:chgData name="Hiba Ben Rhouma" userId="c7fcd2ba-de17-4d98-9f61-b343f54caddb" providerId="ADAL" clId="{0C2CBF5D-6576-4AC4-81F0-1ABBB9698EC2}" dt="2026-01-30T13:21:00.792" v="2509" actId="26606"/>
          <ac:spMkLst>
            <pc:docMk/>
            <pc:sldMk cId="3274869507" sldId="265"/>
            <ac:spMk id="20" creationId="{98E79BE4-34FE-485A-98A5-92CE8F7C4743}"/>
          </ac:spMkLst>
        </pc:spChg>
        <pc:spChg chg="add">
          <ac:chgData name="Hiba Ben Rhouma" userId="c7fcd2ba-de17-4d98-9f61-b343f54caddb" providerId="ADAL" clId="{0C2CBF5D-6576-4AC4-81F0-1ABBB9698EC2}" dt="2026-01-30T13:21:00.792" v="2509" actId="26606"/>
          <ac:spMkLst>
            <pc:docMk/>
            <pc:sldMk cId="3274869507" sldId="265"/>
            <ac:spMk id="24" creationId="{0288C6B4-AFC3-407F-A595-EFFD38D4CCAF}"/>
          </ac:spMkLst>
        </pc:spChg>
        <pc:spChg chg="add">
          <ac:chgData name="Hiba Ben Rhouma" userId="c7fcd2ba-de17-4d98-9f61-b343f54caddb" providerId="ADAL" clId="{0C2CBF5D-6576-4AC4-81F0-1ABBB9698EC2}" dt="2026-01-30T13:21:00.792" v="2509" actId="26606"/>
          <ac:spMkLst>
            <pc:docMk/>
            <pc:sldMk cId="3274869507" sldId="265"/>
            <ac:spMk id="25" creationId="{CF236821-17FE-429B-8D2C-08E13A64EA40}"/>
          </ac:spMkLst>
        </pc:spChg>
        <pc:spChg chg="add">
          <ac:chgData name="Hiba Ben Rhouma" userId="c7fcd2ba-de17-4d98-9f61-b343f54caddb" providerId="ADAL" clId="{0C2CBF5D-6576-4AC4-81F0-1ABBB9698EC2}" dt="2026-01-30T13:21:00.792" v="2509" actId="26606"/>
          <ac:spMkLst>
            <pc:docMk/>
            <pc:sldMk cId="3274869507" sldId="265"/>
            <ac:spMk id="26" creationId="{C0BDBCD2-E081-43AB-9119-C55465E59757}"/>
          </ac:spMkLst>
        </pc:spChg>
        <pc:spChg chg="add">
          <ac:chgData name="Hiba Ben Rhouma" userId="c7fcd2ba-de17-4d98-9f61-b343f54caddb" providerId="ADAL" clId="{0C2CBF5D-6576-4AC4-81F0-1ABBB9698EC2}" dt="2026-01-30T13:21:00.792" v="2509" actId="26606"/>
          <ac:spMkLst>
            <pc:docMk/>
            <pc:sldMk cId="3274869507" sldId="265"/>
            <ac:spMk id="27" creationId="{7A5F0580-5EE9-419F-96EE-B6529EF6E7D0}"/>
          </ac:spMkLst>
        </pc:spChg>
        <pc:picChg chg="add mod ord">
          <ac:chgData name="Hiba Ben Rhouma" userId="c7fcd2ba-de17-4d98-9f61-b343f54caddb" providerId="ADAL" clId="{0C2CBF5D-6576-4AC4-81F0-1ABBB9698EC2}" dt="2026-01-30T13:21:00.792" v="2509" actId="26606"/>
          <ac:picMkLst>
            <pc:docMk/>
            <pc:sldMk cId="3274869507" sldId="265"/>
            <ac:picMk id="9" creationId="{8DA34FAA-8BCD-D2E5-7E10-FD324556D584}"/>
          </ac:picMkLst>
        </pc:picChg>
        <pc:picChg chg="add mod">
          <ac:chgData name="Hiba Ben Rhouma" userId="c7fcd2ba-de17-4d98-9f61-b343f54caddb" providerId="ADAL" clId="{0C2CBF5D-6576-4AC4-81F0-1ABBB9698EC2}" dt="2026-02-02T06:50:04.973" v="4297" actId="14100"/>
          <ac:picMkLst>
            <pc:docMk/>
            <pc:sldMk cId="3274869507" sldId="265"/>
            <ac:picMk id="1026" creationId="{48A008D0-C35A-7327-066D-0D61A88E6689}"/>
          </ac:picMkLst>
        </pc:picChg>
      </pc:sldChg>
      <pc:sldChg chg="addSp delSp modSp new mod setBg">
        <pc:chgData name="Hiba Ben Rhouma" userId="c7fcd2ba-de17-4d98-9f61-b343f54caddb" providerId="ADAL" clId="{0C2CBF5D-6576-4AC4-81F0-1ABBB9698EC2}" dt="2026-02-02T20:29:02.998" v="5197" actId="14100"/>
        <pc:sldMkLst>
          <pc:docMk/>
          <pc:sldMk cId="2131238717" sldId="266"/>
        </pc:sldMkLst>
        <pc:spChg chg="mod ord">
          <ac:chgData name="Hiba Ben Rhouma" userId="c7fcd2ba-de17-4d98-9f61-b343f54caddb" providerId="ADAL" clId="{0C2CBF5D-6576-4AC4-81F0-1ABBB9698EC2}" dt="2026-02-01T22:42:23.501" v="4006" actId="26606"/>
          <ac:spMkLst>
            <pc:docMk/>
            <pc:sldMk cId="2131238717" sldId="266"/>
            <ac:spMk id="4" creationId="{8368D8C7-39BD-E59F-1D6A-CFBE3255891D}"/>
          </ac:spMkLst>
        </pc:spChg>
        <pc:spChg chg="add mod topLvl">
          <ac:chgData name="Hiba Ben Rhouma" userId="c7fcd2ba-de17-4d98-9f61-b343f54caddb" providerId="ADAL" clId="{0C2CBF5D-6576-4AC4-81F0-1ABBB9698EC2}" dt="2026-01-30T13:52:43.477" v="2821" actId="1076"/>
          <ac:spMkLst>
            <pc:docMk/>
            <pc:sldMk cId="2131238717" sldId="266"/>
            <ac:spMk id="8" creationId="{E87448AD-38F1-FCA2-3FEA-A863847562A0}"/>
          </ac:spMkLst>
        </pc:spChg>
        <pc:spChg chg="add mod">
          <ac:chgData name="Hiba Ben Rhouma" userId="c7fcd2ba-de17-4d98-9f61-b343f54caddb" providerId="ADAL" clId="{0C2CBF5D-6576-4AC4-81F0-1ABBB9698EC2}" dt="2026-02-02T18:47:31.173" v="5119" actId="20577"/>
          <ac:spMkLst>
            <pc:docMk/>
            <pc:sldMk cId="2131238717" sldId="266"/>
            <ac:spMk id="17" creationId="{1E523EBD-FB4D-0CD2-9896-AD2D80E50957}"/>
          </ac:spMkLst>
        </pc:spChg>
        <pc:spChg chg="add mod">
          <ac:chgData name="Hiba Ben Rhouma" userId="c7fcd2ba-de17-4d98-9f61-b343f54caddb" providerId="ADAL" clId="{0C2CBF5D-6576-4AC4-81F0-1ABBB9698EC2}" dt="2026-02-02T18:47:21.848" v="5117" actId="20577"/>
          <ac:spMkLst>
            <pc:docMk/>
            <pc:sldMk cId="2131238717" sldId="266"/>
            <ac:spMk id="18" creationId="{18910569-E788-AA24-114B-D9D76C2E3BF6}"/>
          </ac:spMkLst>
        </pc:spChg>
        <pc:spChg chg="add mod">
          <ac:chgData name="Hiba Ben Rhouma" userId="c7fcd2ba-de17-4d98-9f61-b343f54caddb" providerId="ADAL" clId="{0C2CBF5D-6576-4AC4-81F0-1ABBB9698EC2}" dt="2026-02-02T20:28:01.765" v="5192" actId="14100"/>
          <ac:spMkLst>
            <pc:docMk/>
            <pc:sldMk cId="2131238717" sldId="266"/>
            <ac:spMk id="19" creationId="{0868DB67-7B40-4208-C002-854678A85E89}"/>
          </ac:spMkLst>
        </pc:spChg>
        <pc:spChg chg="add mod ord">
          <ac:chgData name="Hiba Ben Rhouma" userId="c7fcd2ba-de17-4d98-9f61-b343f54caddb" providerId="ADAL" clId="{0C2CBF5D-6576-4AC4-81F0-1ABBB9698EC2}" dt="2026-02-02T18:47:10.593" v="5115" actId="20577"/>
          <ac:spMkLst>
            <pc:docMk/>
            <pc:sldMk cId="2131238717" sldId="266"/>
            <ac:spMk id="20" creationId="{69F5DCAD-1DF6-89A9-661C-BBB60DDD51EC}"/>
          </ac:spMkLst>
        </pc:spChg>
        <pc:spChg chg="add mod">
          <ac:chgData name="Hiba Ben Rhouma" userId="c7fcd2ba-de17-4d98-9f61-b343f54caddb" providerId="ADAL" clId="{0C2CBF5D-6576-4AC4-81F0-1ABBB9698EC2}" dt="2026-02-02T20:29:02.998" v="5197" actId="14100"/>
          <ac:spMkLst>
            <pc:docMk/>
            <pc:sldMk cId="2131238717" sldId="266"/>
            <ac:spMk id="24" creationId="{AC621702-5057-5855-CB4E-7280E903A6FA}"/>
          </ac:spMkLst>
        </pc:spChg>
        <pc:grpChg chg="add mod">
          <ac:chgData name="Hiba Ben Rhouma" userId="c7fcd2ba-de17-4d98-9f61-b343f54caddb" providerId="ADAL" clId="{0C2CBF5D-6576-4AC4-81F0-1ABBB9698EC2}" dt="2026-02-01T22:36:22.467" v="3933" actId="164"/>
          <ac:grpSpMkLst>
            <pc:docMk/>
            <pc:sldMk cId="2131238717" sldId="266"/>
            <ac:grpSpMk id="16" creationId="{D338BCC9-5A81-90F8-BEB5-6C06725EC4A3}"/>
          </ac:grpSpMkLst>
        </pc:grpChg>
        <pc:grpChg chg="add mod ord">
          <ac:chgData name="Hiba Ben Rhouma" userId="c7fcd2ba-de17-4d98-9f61-b343f54caddb" providerId="ADAL" clId="{0C2CBF5D-6576-4AC4-81F0-1ABBB9698EC2}" dt="2026-02-01T22:43:13.373" v="4022" actId="1037"/>
          <ac:grpSpMkLst>
            <pc:docMk/>
            <pc:sldMk cId="2131238717" sldId="266"/>
            <ac:grpSpMk id="25" creationId="{CA4610B8-F406-802C-C977-929649A3BD34}"/>
          </ac:grpSpMkLst>
        </pc:grpChg>
        <pc:picChg chg="add mod">
          <ac:chgData name="Hiba Ben Rhouma" userId="c7fcd2ba-de17-4d98-9f61-b343f54caddb" providerId="ADAL" clId="{0C2CBF5D-6576-4AC4-81F0-1ABBB9698EC2}" dt="2026-01-30T13:51:05.154" v="2791" actId="14100"/>
          <ac:picMkLst>
            <pc:docMk/>
            <pc:sldMk cId="2131238717" sldId="266"/>
            <ac:picMk id="15" creationId="{0DDAE477-2D08-C0DF-887D-6BFF3B61B1E9}"/>
          </ac:picMkLst>
        </pc:picChg>
        <pc:picChg chg="add mod">
          <ac:chgData name="Hiba Ben Rhouma" userId="c7fcd2ba-de17-4d98-9f61-b343f54caddb" providerId="ADAL" clId="{0C2CBF5D-6576-4AC4-81F0-1ABBB9698EC2}" dt="2026-02-01T22:43:47.134" v="4053" actId="14100"/>
          <ac:picMkLst>
            <pc:docMk/>
            <pc:sldMk cId="2131238717" sldId="266"/>
            <ac:picMk id="26" creationId="{9D747774-263A-373C-EF1B-6F551500E142}"/>
          </ac:picMkLst>
        </pc:picChg>
        <pc:picChg chg="add mod">
          <ac:chgData name="Hiba Ben Rhouma" userId="c7fcd2ba-de17-4d98-9f61-b343f54caddb" providerId="ADAL" clId="{0C2CBF5D-6576-4AC4-81F0-1ABBB9698EC2}" dt="2026-02-02T20:16:11.816" v="5170" actId="1035"/>
          <ac:picMkLst>
            <pc:docMk/>
            <pc:sldMk cId="2131238717" sldId="266"/>
            <ac:picMk id="27" creationId="{CF466F3C-1BD4-0505-4B86-161E47993B03}"/>
          </ac:picMkLst>
        </pc:picChg>
      </pc:sldChg>
      <pc:sldChg chg="addSp delSp modSp new mod setBg">
        <pc:chgData name="Hiba Ben Rhouma" userId="c7fcd2ba-de17-4d98-9f61-b343f54caddb" providerId="ADAL" clId="{0C2CBF5D-6576-4AC4-81F0-1ABBB9698EC2}" dt="2026-02-02T20:33:25.058" v="5201" actId="20577"/>
        <pc:sldMkLst>
          <pc:docMk/>
          <pc:sldMk cId="650320130" sldId="267"/>
        </pc:sldMkLst>
        <pc:spChg chg="mod ord">
          <ac:chgData name="Hiba Ben Rhouma" userId="c7fcd2ba-de17-4d98-9f61-b343f54caddb" providerId="ADAL" clId="{0C2CBF5D-6576-4AC4-81F0-1ABBB9698EC2}" dt="2026-01-30T15:55:52.006" v="3365" actId="26606"/>
          <ac:spMkLst>
            <pc:docMk/>
            <pc:sldMk cId="650320130" sldId="267"/>
            <ac:spMk id="4" creationId="{21F1AEED-8E94-E71F-B820-05A32BFFF685}"/>
          </ac:spMkLst>
        </pc:spChg>
        <pc:spChg chg="add mod">
          <ac:chgData name="Hiba Ben Rhouma" userId="c7fcd2ba-de17-4d98-9f61-b343f54caddb" providerId="ADAL" clId="{0C2CBF5D-6576-4AC4-81F0-1ABBB9698EC2}" dt="2026-02-02T20:33:25.058" v="5201" actId="20577"/>
          <ac:spMkLst>
            <pc:docMk/>
            <pc:sldMk cId="650320130" sldId="267"/>
            <ac:spMk id="9" creationId="{6E996430-BFBC-E84A-941F-98AD2765D282}"/>
          </ac:spMkLst>
        </pc:spChg>
        <pc:spChg chg="add">
          <ac:chgData name="Hiba Ben Rhouma" userId="c7fcd2ba-de17-4d98-9f61-b343f54caddb" providerId="ADAL" clId="{0C2CBF5D-6576-4AC4-81F0-1ABBB9698EC2}" dt="2026-01-30T15:55:52.006" v="3365" actId="26606"/>
          <ac:spMkLst>
            <pc:docMk/>
            <pc:sldMk cId="650320130" sldId="267"/>
            <ac:spMk id="12" creationId="{A9F529C3-C941-49FD-8C67-82F134F64BDB}"/>
          </ac:spMkLst>
        </pc:spChg>
        <pc:spChg chg="add">
          <ac:chgData name="Hiba Ben Rhouma" userId="c7fcd2ba-de17-4d98-9f61-b343f54caddb" providerId="ADAL" clId="{0C2CBF5D-6576-4AC4-81F0-1ABBB9698EC2}" dt="2026-01-30T15:55:52.006" v="3365" actId="26606"/>
          <ac:spMkLst>
            <pc:docMk/>
            <pc:sldMk cId="650320130" sldId="267"/>
            <ac:spMk id="14" creationId="{20586029-32A0-47E5-9AEC-AE3ABA6B94D0}"/>
          </ac:spMkLst>
        </pc:spChg>
        <pc:picChg chg="add mod ord">
          <ac:chgData name="Hiba Ben Rhouma" userId="c7fcd2ba-de17-4d98-9f61-b343f54caddb" providerId="ADAL" clId="{0C2CBF5D-6576-4AC4-81F0-1ABBB9698EC2}" dt="2026-02-01T22:53:26.668" v="4146" actId="14100"/>
          <ac:picMkLst>
            <pc:docMk/>
            <pc:sldMk cId="650320130" sldId="267"/>
            <ac:picMk id="6" creationId="{87BD8515-8C23-652D-8F55-1E95FD492471}"/>
          </ac:picMkLst>
        </pc:picChg>
        <pc:picChg chg="add mod">
          <ac:chgData name="Hiba Ben Rhouma" userId="c7fcd2ba-de17-4d98-9f61-b343f54caddb" providerId="ADAL" clId="{0C2CBF5D-6576-4AC4-81F0-1ABBB9698EC2}" dt="2026-02-01T22:53:36.612" v="4149" actId="1076"/>
          <ac:picMkLst>
            <pc:docMk/>
            <pc:sldMk cId="650320130" sldId="267"/>
            <ac:picMk id="7" creationId="{54773ACB-4AA6-95B7-5E9D-F815141F0675}"/>
          </ac:picMkLst>
        </pc:picChg>
        <pc:cxnChg chg="add">
          <ac:chgData name="Hiba Ben Rhouma" userId="c7fcd2ba-de17-4d98-9f61-b343f54caddb" providerId="ADAL" clId="{0C2CBF5D-6576-4AC4-81F0-1ABBB9698EC2}" dt="2026-01-30T15:55:52.006" v="3365" actId="26606"/>
          <ac:cxnSpMkLst>
            <pc:docMk/>
            <pc:sldMk cId="650320130" sldId="267"/>
            <ac:cxnSpMk id="16" creationId="{8C730EAB-A532-4295-A302-FB4B90DB9F5E}"/>
          </ac:cxnSpMkLst>
        </pc:cxnChg>
      </pc:sldChg>
      <pc:sldChg chg="addSp delSp modSp new mod setBg modAnim">
        <pc:chgData name="Hiba Ben Rhouma" userId="c7fcd2ba-de17-4d98-9f61-b343f54caddb" providerId="ADAL" clId="{0C2CBF5D-6576-4AC4-81F0-1ABBB9698EC2}" dt="2026-02-02T12:56:15.857" v="4780" actId="1038"/>
        <pc:sldMkLst>
          <pc:docMk/>
          <pc:sldMk cId="637638859" sldId="268"/>
        </pc:sldMkLst>
        <pc:spChg chg="add mod">
          <ac:chgData name="Hiba Ben Rhouma" userId="c7fcd2ba-de17-4d98-9f61-b343f54caddb" providerId="ADAL" clId="{0C2CBF5D-6576-4AC4-81F0-1ABBB9698EC2}" dt="2026-02-02T12:56:15.857" v="4780" actId="1038"/>
          <ac:spMkLst>
            <pc:docMk/>
            <pc:sldMk cId="637638859" sldId="268"/>
            <ac:spMk id="3" creationId="{FE6CA123-B396-D16A-ADDF-798C3DB0C136}"/>
          </ac:spMkLst>
        </pc:spChg>
        <pc:spChg chg="mod ord">
          <ac:chgData name="Hiba Ben Rhouma" userId="c7fcd2ba-de17-4d98-9f61-b343f54caddb" providerId="ADAL" clId="{0C2CBF5D-6576-4AC4-81F0-1ABBB9698EC2}" dt="2026-01-30T15:57:42.720" v="3374" actId="26606"/>
          <ac:spMkLst>
            <pc:docMk/>
            <pc:sldMk cId="637638859" sldId="268"/>
            <ac:spMk id="4" creationId="{A1BF00EE-3EF2-3F03-BBF9-9BF8CA84CF6B}"/>
          </ac:spMkLst>
        </pc:spChg>
        <pc:spChg chg="add">
          <ac:chgData name="Hiba Ben Rhouma" userId="c7fcd2ba-de17-4d98-9f61-b343f54caddb" providerId="ADAL" clId="{0C2CBF5D-6576-4AC4-81F0-1ABBB9698EC2}" dt="2026-01-30T15:57:42.720" v="3374" actId="26606"/>
          <ac:spMkLst>
            <pc:docMk/>
            <pc:sldMk cId="637638859" sldId="268"/>
            <ac:spMk id="17" creationId="{022BDE4A-8A20-4A69-9C5A-581C82036A4D}"/>
          </ac:spMkLst>
        </pc:spChg>
        <pc:spChg chg="add mod">
          <ac:chgData name="Hiba Ben Rhouma" userId="c7fcd2ba-de17-4d98-9f61-b343f54caddb" providerId="ADAL" clId="{0C2CBF5D-6576-4AC4-81F0-1ABBB9698EC2}" dt="2026-02-01T22:58:33.987" v="4222" actId="20577"/>
          <ac:spMkLst>
            <pc:docMk/>
            <pc:sldMk cId="637638859" sldId="268"/>
            <ac:spMk id="18" creationId="{146E7D93-4420-BFD5-0E7D-D3FE1D6A0867}"/>
          </ac:spMkLst>
        </pc:spChg>
        <pc:picChg chg="add mod">
          <ac:chgData name="Hiba Ben Rhouma" userId="c7fcd2ba-de17-4d98-9f61-b343f54caddb" providerId="ADAL" clId="{0C2CBF5D-6576-4AC4-81F0-1ABBB9698EC2}" dt="2026-02-01T22:57:45.221" v="4214" actId="14100"/>
          <ac:picMkLst>
            <pc:docMk/>
            <pc:sldMk cId="637638859" sldId="268"/>
            <ac:picMk id="12" creationId="{DC846F72-885C-C9B3-52B1-8C6DFEE11F7B}"/>
          </ac:picMkLst>
        </pc:picChg>
        <pc:picChg chg="add mod">
          <ac:chgData name="Hiba Ben Rhouma" userId="c7fcd2ba-de17-4d98-9f61-b343f54caddb" providerId="ADAL" clId="{0C2CBF5D-6576-4AC4-81F0-1ABBB9698EC2}" dt="2026-02-01T22:57:49.663" v="4215" actId="14100"/>
          <ac:picMkLst>
            <pc:docMk/>
            <pc:sldMk cId="637638859" sldId="268"/>
            <ac:picMk id="16" creationId="{0485011F-E9AC-AF02-492A-740FD6DDA1D9}"/>
          </ac:picMkLst>
        </pc:picChg>
      </pc:sldChg>
      <pc:sldChg chg="addSp delSp modSp new mod setBg modAnim">
        <pc:chgData name="Hiba Ben Rhouma" userId="c7fcd2ba-de17-4d98-9f61-b343f54caddb" providerId="ADAL" clId="{0C2CBF5D-6576-4AC4-81F0-1ABBB9698EC2}" dt="2026-02-02T12:48:33.928" v="4715" actId="113"/>
        <pc:sldMkLst>
          <pc:docMk/>
          <pc:sldMk cId="2592260607" sldId="270"/>
        </pc:sldMkLst>
        <pc:spChg chg="mod ord">
          <ac:chgData name="Hiba Ben Rhouma" userId="c7fcd2ba-de17-4d98-9f61-b343f54caddb" providerId="ADAL" clId="{0C2CBF5D-6576-4AC4-81F0-1ABBB9698EC2}" dt="2026-02-01T22:55:38.795" v="4191" actId="26606"/>
          <ac:spMkLst>
            <pc:docMk/>
            <pc:sldMk cId="2592260607" sldId="270"/>
            <ac:spMk id="4" creationId="{2CE45D2F-2F40-A92C-AD88-9FE02E531970}"/>
          </ac:spMkLst>
        </pc:spChg>
        <pc:spChg chg="add mod ord">
          <ac:chgData name="Hiba Ben Rhouma" userId="c7fcd2ba-de17-4d98-9f61-b343f54caddb" providerId="ADAL" clId="{0C2CBF5D-6576-4AC4-81F0-1ABBB9698EC2}" dt="2026-02-02T12:48:33.928" v="4715" actId="113"/>
          <ac:spMkLst>
            <pc:docMk/>
            <pc:sldMk cId="2592260607" sldId="270"/>
            <ac:spMk id="7" creationId="{DF9A9C6D-EF39-F556-B3CA-5826BBCDBC7F}"/>
          </ac:spMkLst>
        </pc:spChg>
        <pc:spChg chg="add">
          <ac:chgData name="Hiba Ben Rhouma" userId="c7fcd2ba-de17-4d98-9f61-b343f54caddb" providerId="ADAL" clId="{0C2CBF5D-6576-4AC4-81F0-1ABBB9698EC2}" dt="2026-02-01T22:55:38.795" v="4191" actId="26606"/>
          <ac:spMkLst>
            <pc:docMk/>
            <pc:sldMk cId="2592260607" sldId="270"/>
            <ac:spMk id="7217" creationId="{99ED5833-B85B-4103-8A3B-CAB0308E6C15}"/>
          </ac:spMkLst>
        </pc:spChg>
        <pc:picChg chg="add mod ord">
          <ac:chgData name="Hiba Ben Rhouma" userId="c7fcd2ba-de17-4d98-9f61-b343f54caddb" providerId="ADAL" clId="{0C2CBF5D-6576-4AC4-81F0-1ABBB9698EC2}" dt="2026-02-01T22:56:20.572" v="4207" actId="14100"/>
          <ac:picMkLst>
            <pc:docMk/>
            <pc:sldMk cId="2592260607" sldId="270"/>
            <ac:picMk id="6" creationId="{7366CA37-E49B-3656-953C-A3973D401422}"/>
          </ac:picMkLst>
        </pc:picChg>
        <pc:picChg chg="add mod ord">
          <ac:chgData name="Hiba Ben Rhouma" userId="c7fcd2ba-de17-4d98-9f61-b343f54caddb" providerId="ADAL" clId="{0C2CBF5D-6576-4AC4-81F0-1ABBB9698EC2}" dt="2026-02-01T22:56:15.452" v="4206" actId="14100"/>
          <ac:picMkLst>
            <pc:docMk/>
            <pc:sldMk cId="2592260607" sldId="270"/>
            <ac:picMk id="7172" creationId="{5C30C843-82A0-C60F-7BEB-4CD9376F8D3E}"/>
          </ac:picMkLst>
        </pc:picChg>
        <pc:cxnChg chg="add">
          <ac:chgData name="Hiba Ben Rhouma" userId="c7fcd2ba-de17-4d98-9f61-b343f54caddb" providerId="ADAL" clId="{0C2CBF5D-6576-4AC4-81F0-1ABBB9698EC2}" dt="2026-02-02T07:10:15.560" v="4331" actId="11529"/>
          <ac:cxnSpMkLst>
            <pc:docMk/>
            <pc:sldMk cId="2592260607" sldId="270"/>
            <ac:cxnSpMk id="3" creationId="{F1758CCE-02A3-94EC-28D9-A1FB32E61B29}"/>
          </ac:cxnSpMkLst>
        </pc:cxnChg>
      </pc:sldChg>
      <pc:sldChg chg="addSp delSp modSp new mod ord setBg">
        <pc:chgData name="Hiba Ben Rhouma" userId="c7fcd2ba-de17-4d98-9f61-b343f54caddb" providerId="ADAL" clId="{0C2CBF5D-6576-4AC4-81F0-1ABBB9698EC2}" dt="2026-02-02T13:02:40.865" v="4799" actId="1076"/>
        <pc:sldMkLst>
          <pc:docMk/>
          <pc:sldMk cId="3454040876" sldId="273"/>
        </pc:sldMkLst>
        <pc:spChg chg="mod ord">
          <ac:chgData name="Hiba Ben Rhouma" userId="c7fcd2ba-de17-4d98-9f61-b343f54caddb" providerId="ADAL" clId="{0C2CBF5D-6576-4AC4-81F0-1ABBB9698EC2}" dt="2026-02-01T16:00:34.332" v="3546" actId="26606"/>
          <ac:spMkLst>
            <pc:docMk/>
            <pc:sldMk cId="3454040876" sldId="273"/>
            <ac:spMk id="4" creationId="{38F4642B-14FD-1675-C793-32F9E98C196B}"/>
          </ac:spMkLst>
        </pc:spChg>
        <pc:picChg chg="add mod">
          <ac:chgData name="Hiba Ben Rhouma" userId="c7fcd2ba-de17-4d98-9f61-b343f54caddb" providerId="ADAL" clId="{0C2CBF5D-6576-4AC4-81F0-1ABBB9698EC2}" dt="2026-02-02T13:02:40.865" v="4799" actId="1076"/>
          <ac:picMkLst>
            <pc:docMk/>
            <pc:sldMk cId="3454040876" sldId="273"/>
            <ac:picMk id="3" creationId="{E1A3AA7B-C72B-B1C5-2016-1782230ADB34}"/>
          </ac:picMkLst>
        </pc:picChg>
        <pc:picChg chg="add mod">
          <ac:chgData name="Hiba Ben Rhouma" userId="c7fcd2ba-de17-4d98-9f61-b343f54caddb" providerId="ADAL" clId="{0C2CBF5D-6576-4AC4-81F0-1ABBB9698EC2}" dt="2026-02-02T13:02:36.497" v="4798" actId="1036"/>
          <ac:picMkLst>
            <pc:docMk/>
            <pc:sldMk cId="3454040876" sldId="273"/>
            <ac:picMk id="6" creationId="{1340222A-2AAF-AFA0-E04A-8AE0333E7F5D}"/>
          </ac:picMkLst>
        </pc:picChg>
        <pc:picChg chg="add mod">
          <ac:chgData name="Hiba Ben Rhouma" userId="c7fcd2ba-de17-4d98-9f61-b343f54caddb" providerId="ADAL" clId="{0C2CBF5D-6576-4AC4-81F0-1ABBB9698EC2}" dt="2026-02-01T23:11:07.194" v="4288" actId="1076"/>
          <ac:picMkLst>
            <pc:docMk/>
            <pc:sldMk cId="3454040876" sldId="273"/>
            <ac:picMk id="8198" creationId="{7FCC1F7B-2B48-0B63-557F-1773201869A7}"/>
          </ac:picMkLst>
        </pc:picChg>
      </pc:sldChg>
      <pc:sldChg chg="addSp delSp modSp new mod ord setBg">
        <pc:chgData name="Hiba Ben Rhouma" userId="c7fcd2ba-de17-4d98-9f61-b343f54caddb" providerId="ADAL" clId="{0C2CBF5D-6576-4AC4-81F0-1ABBB9698EC2}" dt="2026-02-02T13:11:44.363" v="4867" actId="26606"/>
        <pc:sldMkLst>
          <pc:docMk/>
          <pc:sldMk cId="1110500456" sldId="275"/>
        </pc:sldMkLst>
        <pc:spChg chg="mod">
          <ac:chgData name="Hiba Ben Rhouma" userId="c7fcd2ba-de17-4d98-9f61-b343f54caddb" providerId="ADAL" clId="{0C2CBF5D-6576-4AC4-81F0-1ABBB9698EC2}" dt="2026-02-02T13:11:44.357" v="4866" actId="26606"/>
          <ac:spMkLst>
            <pc:docMk/>
            <pc:sldMk cId="1110500456" sldId="275"/>
            <ac:spMk id="2" creationId="{0686A7B8-EE96-88C5-D6DA-64BA0CEE2D7F}"/>
          </ac:spMkLst>
        </pc:spChg>
        <pc:spChg chg="mod ord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3" creationId="{1489993B-F45F-6D1E-EED6-7BF635DAFFB1}"/>
          </ac:spMkLst>
        </pc:spChg>
        <pc:spChg chg="mod ord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4" creationId="{E9EFDC42-667E-EE25-1145-9C7090FD7302}"/>
          </ac:spMkLst>
        </pc:spChg>
        <pc:spChg chg="add del mod">
          <ac:chgData name="Hiba Ben Rhouma" userId="c7fcd2ba-de17-4d98-9f61-b343f54caddb" providerId="ADAL" clId="{0C2CBF5D-6576-4AC4-81F0-1ABBB9698EC2}" dt="2026-02-02T13:10:04.062" v="4852" actId="478"/>
          <ac:spMkLst>
            <pc:docMk/>
            <pc:sldMk cId="1110500456" sldId="275"/>
            <ac:spMk id="7" creationId="{1B7BF242-388F-5400-8B97-0CEADBE782C0}"/>
          </ac:spMkLst>
        </pc:spChg>
        <pc:spChg chg="add del">
          <ac:chgData name="Hiba Ben Rhouma" userId="c7fcd2ba-de17-4d98-9f61-b343f54caddb" providerId="ADAL" clId="{0C2CBF5D-6576-4AC4-81F0-1ABBB9698EC2}" dt="2026-02-02T13:10:45.042" v="4860" actId="26606"/>
          <ac:spMkLst>
            <pc:docMk/>
            <pc:sldMk cId="1110500456" sldId="275"/>
            <ac:spMk id="22" creationId="{2B97F24A-32CE-4C1C-A50D-3016B394DCFB}"/>
          </ac:spMkLst>
        </pc:spChg>
        <pc:spChg chg="add del">
          <ac:chgData name="Hiba Ben Rhouma" userId="c7fcd2ba-de17-4d98-9f61-b343f54caddb" providerId="ADAL" clId="{0C2CBF5D-6576-4AC4-81F0-1ABBB9698EC2}" dt="2026-02-02T13:10:45.042" v="4860" actId="26606"/>
          <ac:spMkLst>
            <pc:docMk/>
            <pc:sldMk cId="1110500456" sldId="275"/>
            <ac:spMk id="24" creationId="{6357EC4F-235E-4222-A36F-C7878ACE37F2}"/>
          </ac:spMkLst>
        </pc:spChg>
        <pc:spChg chg="add del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26" creationId="{C0BDBCD2-E081-43AB-9119-C55465E59757}"/>
          </ac:spMkLst>
        </pc:spChg>
        <pc:spChg chg="add del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27" creationId="{0288C6B4-AFC3-407F-A595-EFFD38D4CCAF}"/>
          </ac:spMkLst>
        </pc:spChg>
        <pc:spChg chg="add del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28" creationId="{98E79BE4-34FE-485A-98A5-92CE8F7C4743}"/>
          </ac:spMkLst>
        </pc:spChg>
        <pc:spChg chg="add del">
          <ac:chgData name="Hiba Ben Rhouma" userId="c7fcd2ba-de17-4d98-9f61-b343f54caddb" providerId="ADAL" clId="{0C2CBF5D-6576-4AC4-81F0-1ABBB9698EC2}" dt="2026-02-02T13:11:44.357" v="4866" actId="26606"/>
          <ac:spMkLst>
            <pc:docMk/>
            <pc:sldMk cId="1110500456" sldId="275"/>
            <ac:spMk id="29" creationId="{CF236821-17FE-429B-8D2C-08E13A64EA40}"/>
          </ac:spMkLst>
        </pc:spChg>
        <pc:spChg chg="add del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30" creationId="{7A5F0580-5EE9-419F-96EE-B6529EF6E7D0}"/>
          </ac:spMkLst>
        </pc:spChg>
        <pc:spChg chg="add del">
          <ac:chgData name="Hiba Ben Rhouma" userId="c7fcd2ba-de17-4d98-9f61-b343f54caddb" providerId="ADAL" clId="{0C2CBF5D-6576-4AC4-81F0-1ABBB9698EC2}" dt="2026-02-02T13:11:30.785" v="4864" actId="26606"/>
          <ac:spMkLst>
            <pc:docMk/>
            <pc:sldMk cId="1110500456" sldId="275"/>
            <ac:spMk id="35" creationId="{1ECAB1E8-8195-4748-BE71-FF806D86892E}"/>
          </ac:spMkLst>
        </pc:spChg>
        <pc:spChg chg="add del">
          <ac:chgData name="Hiba Ben Rhouma" userId="c7fcd2ba-de17-4d98-9f61-b343f54caddb" providerId="ADAL" clId="{0C2CBF5D-6576-4AC4-81F0-1ABBB9698EC2}" dt="2026-02-02T13:11:30.785" v="4864" actId="26606"/>
          <ac:spMkLst>
            <pc:docMk/>
            <pc:sldMk cId="1110500456" sldId="275"/>
            <ac:spMk id="37" creationId="{57F6BDD4-E066-4008-8011-6CC31AEB4556}"/>
          </ac:spMkLst>
        </pc:spChg>
        <pc:spChg chg="add del">
          <ac:chgData name="Hiba Ben Rhouma" userId="c7fcd2ba-de17-4d98-9f61-b343f54caddb" providerId="ADAL" clId="{0C2CBF5D-6576-4AC4-81F0-1ABBB9698EC2}" dt="2026-02-02T13:11:30.785" v="4864" actId="26606"/>
          <ac:spMkLst>
            <pc:docMk/>
            <pc:sldMk cId="1110500456" sldId="275"/>
            <ac:spMk id="39" creationId="{2711A8FB-68FC-45FC-B01E-38F809E2D439}"/>
          </ac:spMkLst>
        </pc:spChg>
        <pc:spChg chg="add del">
          <ac:chgData name="Hiba Ben Rhouma" userId="c7fcd2ba-de17-4d98-9f61-b343f54caddb" providerId="ADAL" clId="{0C2CBF5D-6576-4AC4-81F0-1ABBB9698EC2}" dt="2026-02-02T13:11:44.357" v="4866" actId="26606"/>
          <ac:spMkLst>
            <pc:docMk/>
            <pc:sldMk cId="1110500456" sldId="275"/>
            <ac:spMk id="43" creationId="{7ED7575E-88D2-B771-681D-46A7E55415DD}"/>
          </ac:spMkLst>
        </pc:spChg>
        <pc:spChg chg="add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46" creationId="{1ECAB1E8-8195-4748-BE71-FF806D86892E}"/>
          </ac:spMkLst>
        </pc:spChg>
        <pc:spChg chg="add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47" creationId="{57F6BDD4-E066-4008-8011-6CC31AEB4556}"/>
          </ac:spMkLst>
        </pc:spChg>
        <pc:spChg chg="add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48" creationId="{2711A8FB-68FC-45FC-B01E-38F809E2D439}"/>
          </ac:spMkLst>
        </pc:spChg>
        <pc:spChg chg="add">
          <ac:chgData name="Hiba Ben Rhouma" userId="c7fcd2ba-de17-4d98-9f61-b343f54caddb" providerId="ADAL" clId="{0C2CBF5D-6576-4AC4-81F0-1ABBB9698EC2}" dt="2026-02-02T13:11:44.363" v="4867" actId="26606"/>
          <ac:spMkLst>
            <pc:docMk/>
            <pc:sldMk cId="1110500456" sldId="275"/>
            <ac:spMk id="49" creationId="{2A865FE3-5FC9-4049-87CF-30019C46C0F5}"/>
          </ac:spMkLst>
        </pc:spChg>
        <pc:grpChg chg="add del">
          <ac:chgData name="Hiba Ben Rhouma" userId="c7fcd2ba-de17-4d98-9f61-b343f54caddb" providerId="ADAL" clId="{0C2CBF5D-6576-4AC4-81F0-1ABBB9698EC2}" dt="2026-02-02T13:10:45.053" v="4861" actId="26606"/>
          <ac:grpSpMkLst>
            <pc:docMk/>
            <pc:sldMk cId="1110500456" sldId="275"/>
            <ac:grpSpMk id="15" creationId="{1FD67D68-9B83-C338-8342-3348D8F22347}"/>
          </ac:grpSpMkLst>
        </pc:grpChg>
        <pc:picChg chg="add mod">
          <ac:chgData name="Hiba Ben Rhouma" userId="c7fcd2ba-de17-4d98-9f61-b343f54caddb" providerId="ADAL" clId="{0C2CBF5D-6576-4AC4-81F0-1ABBB9698EC2}" dt="2026-02-02T13:11:44.357" v="4866" actId="26606"/>
          <ac:picMkLst>
            <pc:docMk/>
            <pc:sldMk cId="1110500456" sldId="275"/>
            <ac:picMk id="6" creationId="{E9D5C460-E01E-AF5E-5771-5ADE9CF0095D}"/>
          </ac:picMkLst>
        </pc:picChg>
      </pc:sldChg>
      <pc:sldChg chg="addSp delSp modSp new del mod setBg">
        <pc:chgData name="Hiba Ben Rhouma" userId="c7fcd2ba-de17-4d98-9f61-b343f54caddb" providerId="ADAL" clId="{0C2CBF5D-6576-4AC4-81F0-1ABBB9698EC2}" dt="2026-02-02T09:00:11.327" v="4568" actId="47"/>
        <pc:sldMkLst>
          <pc:docMk/>
          <pc:sldMk cId="2603661285" sldId="276"/>
        </pc:sldMkLst>
      </pc:sldChg>
      <pc:sldChg chg="addSp delSp modSp new mod setBg">
        <pc:chgData name="Hiba Ben Rhouma" userId="c7fcd2ba-de17-4d98-9f61-b343f54caddb" providerId="ADAL" clId="{0C2CBF5D-6576-4AC4-81F0-1ABBB9698EC2}" dt="2026-02-03T11:26:33.369" v="5234" actId="1076"/>
        <pc:sldMkLst>
          <pc:docMk/>
          <pc:sldMk cId="2413301102" sldId="277"/>
        </pc:sldMkLst>
        <pc:spChg chg="mod ord">
          <ac:chgData name="Hiba Ben Rhouma" userId="c7fcd2ba-de17-4d98-9f61-b343f54caddb" providerId="ADAL" clId="{0C2CBF5D-6576-4AC4-81F0-1ABBB9698EC2}" dt="2026-02-01T17:56:01.569" v="3746" actId="26606"/>
          <ac:spMkLst>
            <pc:docMk/>
            <pc:sldMk cId="2413301102" sldId="277"/>
            <ac:spMk id="4" creationId="{97D146AE-3C7F-F1AF-1195-C6D2D1F03250}"/>
          </ac:spMkLst>
        </pc:spChg>
        <pc:spChg chg="add mod">
          <ac:chgData name="Hiba Ben Rhouma" userId="c7fcd2ba-de17-4d98-9f61-b343f54caddb" providerId="ADAL" clId="{0C2CBF5D-6576-4AC4-81F0-1ABBB9698EC2}" dt="2026-02-03T11:26:33.369" v="5234" actId="1076"/>
          <ac:spMkLst>
            <pc:docMk/>
            <pc:sldMk cId="2413301102" sldId="277"/>
            <ac:spMk id="7" creationId="{863043D3-A251-1ECC-E953-037030E3A3C0}"/>
          </ac:spMkLst>
        </pc:spChg>
        <pc:spChg chg="add mod">
          <ac:chgData name="Hiba Ben Rhouma" userId="c7fcd2ba-de17-4d98-9f61-b343f54caddb" providerId="ADAL" clId="{0C2CBF5D-6576-4AC4-81F0-1ABBB9698EC2}" dt="2026-02-01T23:06:51.267" v="4256" actId="403"/>
          <ac:spMkLst>
            <pc:docMk/>
            <pc:sldMk cId="2413301102" sldId="277"/>
            <ac:spMk id="9" creationId="{16DF60F8-D79F-41F0-10FF-A67B2976192F}"/>
          </ac:spMkLst>
        </pc:spChg>
        <pc:spChg chg="add mod">
          <ac:chgData name="Hiba Ben Rhouma" userId="c7fcd2ba-de17-4d98-9f61-b343f54caddb" providerId="ADAL" clId="{0C2CBF5D-6576-4AC4-81F0-1ABBB9698EC2}" dt="2026-02-03T11:26:13.936" v="5230" actId="1076"/>
          <ac:spMkLst>
            <pc:docMk/>
            <pc:sldMk cId="2413301102" sldId="277"/>
            <ac:spMk id="16" creationId="{AE98DA22-4D6C-4CAE-C8D3-65599940C8F4}"/>
          </ac:spMkLst>
        </pc:spChg>
        <pc:picChg chg="add mod">
          <ac:chgData name="Hiba Ben Rhouma" userId="c7fcd2ba-de17-4d98-9f61-b343f54caddb" providerId="ADAL" clId="{0C2CBF5D-6576-4AC4-81F0-1ABBB9698EC2}" dt="2026-02-03T11:26:16.761" v="5231" actId="1076"/>
          <ac:picMkLst>
            <pc:docMk/>
            <pc:sldMk cId="2413301102" sldId="277"/>
            <ac:picMk id="13" creationId="{CB3A2BDF-55FC-AF2E-8E4B-E92F8194ADB3}"/>
          </ac:picMkLst>
        </pc:picChg>
      </pc:sldChg>
      <pc:sldChg chg="addSp delSp modSp new mod ord setBg modAnim">
        <pc:chgData name="Hiba Ben Rhouma" userId="c7fcd2ba-de17-4d98-9f61-b343f54caddb" providerId="ADAL" clId="{0C2CBF5D-6576-4AC4-81F0-1ABBB9698EC2}" dt="2026-02-02T18:52:44.131" v="5154" actId="20577"/>
        <pc:sldMkLst>
          <pc:docMk/>
          <pc:sldMk cId="1716151218" sldId="279"/>
        </pc:sldMkLst>
        <pc:spChg chg="add mod ord">
          <ac:chgData name="Hiba Ben Rhouma" userId="c7fcd2ba-de17-4d98-9f61-b343f54caddb" providerId="ADAL" clId="{0C2CBF5D-6576-4AC4-81F0-1ABBB9698EC2}" dt="2026-02-02T08:34:17.337" v="4394" actId="1038"/>
          <ac:spMkLst>
            <pc:docMk/>
            <pc:sldMk cId="1716151218" sldId="279"/>
            <ac:spMk id="2" creationId="{2D7FBD6E-DA64-1B72-F684-377D5CF9BFBE}"/>
          </ac:spMkLst>
        </pc:spChg>
        <pc:spChg chg="mod ord">
          <ac:chgData name="Hiba Ben Rhouma" userId="c7fcd2ba-de17-4d98-9f61-b343f54caddb" providerId="ADAL" clId="{0C2CBF5D-6576-4AC4-81F0-1ABBB9698EC2}" dt="2026-02-01T18:44:20.417" v="3856" actId="26606"/>
          <ac:spMkLst>
            <pc:docMk/>
            <pc:sldMk cId="1716151218" sldId="279"/>
            <ac:spMk id="4" creationId="{1E178148-E345-B2A0-7AED-F73880FD8336}"/>
          </ac:spMkLst>
        </pc:spChg>
        <pc:spChg chg="add del">
          <ac:chgData name="Hiba Ben Rhouma" userId="c7fcd2ba-de17-4d98-9f61-b343f54caddb" providerId="ADAL" clId="{0C2CBF5D-6576-4AC4-81F0-1ABBB9698EC2}" dt="2026-02-02T08:34:26.257" v="4396" actId="478"/>
          <ac:spMkLst>
            <pc:docMk/>
            <pc:sldMk cId="1716151218" sldId="279"/>
            <ac:spMk id="5" creationId="{C9D67A4B-FC06-2D29-ACFE-41A4DF2082D1}"/>
          </ac:spMkLst>
        </pc:spChg>
        <pc:spChg chg="add mod">
          <ac:chgData name="Hiba Ben Rhouma" userId="c7fcd2ba-de17-4d98-9f61-b343f54caddb" providerId="ADAL" clId="{0C2CBF5D-6576-4AC4-81F0-1ABBB9698EC2}" dt="2026-02-02T08:34:38.347" v="4398" actId="1076"/>
          <ac:spMkLst>
            <pc:docMk/>
            <pc:sldMk cId="1716151218" sldId="279"/>
            <ac:spMk id="6" creationId="{55DC7738-46A6-DE47-4BE6-8E563327C574}"/>
          </ac:spMkLst>
        </pc:spChg>
        <pc:spChg chg="add mod">
          <ac:chgData name="Hiba Ben Rhouma" userId="c7fcd2ba-de17-4d98-9f61-b343f54caddb" providerId="ADAL" clId="{0C2CBF5D-6576-4AC4-81F0-1ABBB9698EC2}" dt="2026-02-02T18:52:31.829" v="5148" actId="20577"/>
          <ac:spMkLst>
            <pc:docMk/>
            <pc:sldMk cId="1716151218" sldId="279"/>
            <ac:spMk id="9" creationId="{9E825286-4397-F62F-5622-D27A3FE8F959}"/>
          </ac:spMkLst>
        </pc:spChg>
        <pc:spChg chg="add mod">
          <ac:chgData name="Hiba Ben Rhouma" userId="c7fcd2ba-de17-4d98-9f61-b343f54caddb" providerId="ADAL" clId="{0C2CBF5D-6576-4AC4-81F0-1ABBB9698EC2}" dt="2026-02-02T18:52:44.131" v="5154" actId="20577"/>
          <ac:spMkLst>
            <pc:docMk/>
            <pc:sldMk cId="1716151218" sldId="279"/>
            <ac:spMk id="12" creationId="{7E2EBF95-29A0-4978-630E-E75948A25129}"/>
          </ac:spMkLst>
        </pc:spChg>
        <pc:spChg chg="add">
          <ac:chgData name="Hiba Ben Rhouma" userId="c7fcd2ba-de17-4d98-9f61-b343f54caddb" providerId="ADAL" clId="{0C2CBF5D-6576-4AC4-81F0-1ABBB9698EC2}" dt="2026-02-01T18:44:20.417" v="3856" actId="26606"/>
          <ac:spMkLst>
            <pc:docMk/>
            <pc:sldMk cId="1716151218" sldId="279"/>
            <ac:spMk id="21" creationId="{A9F529C3-C941-49FD-8C67-82F134F64BDB}"/>
          </ac:spMkLst>
        </pc:spChg>
        <pc:spChg chg="add">
          <ac:chgData name="Hiba Ben Rhouma" userId="c7fcd2ba-de17-4d98-9f61-b343f54caddb" providerId="ADAL" clId="{0C2CBF5D-6576-4AC4-81F0-1ABBB9698EC2}" dt="2026-02-01T18:44:20.417" v="3856" actId="26606"/>
          <ac:spMkLst>
            <pc:docMk/>
            <pc:sldMk cId="1716151218" sldId="279"/>
            <ac:spMk id="23" creationId="{20586029-32A0-47E5-9AEC-AE3ABA6B94D0}"/>
          </ac:spMkLst>
        </pc:spChg>
        <pc:picChg chg="add mod">
          <ac:chgData name="Hiba Ben Rhouma" userId="c7fcd2ba-de17-4d98-9f61-b343f54caddb" providerId="ADAL" clId="{0C2CBF5D-6576-4AC4-81F0-1ABBB9698EC2}" dt="2026-02-01T18:44:20.417" v="3856" actId="26606"/>
          <ac:picMkLst>
            <pc:docMk/>
            <pc:sldMk cId="1716151218" sldId="279"/>
            <ac:picMk id="7" creationId="{CCB32399-8248-9DFC-875B-A336F78CE5EA}"/>
          </ac:picMkLst>
        </pc:picChg>
        <pc:picChg chg="add mod">
          <ac:chgData name="Hiba Ben Rhouma" userId="c7fcd2ba-de17-4d98-9f61-b343f54caddb" providerId="ADAL" clId="{0C2CBF5D-6576-4AC4-81F0-1ABBB9698EC2}" dt="2026-02-01T18:44:20.417" v="3856" actId="26606"/>
          <ac:picMkLst>
            <pc:docMk/>
            <pc:sldMk cId="1716151218" sldId="279"/>
            <ac:picMk id="11" creationId="{F84F053B-72DF-467F-8F4A-536CB997F3A9}"/>
          </ac:picMkLst>
        </pc:picChg>
        <pc:cxnChg chg="add">
          <ac:chgData name="Hiba Ben Rhouma" userId="c7fcd2ba-de17-4d98-9f61-b343f54caddb" providerId="ADAL" clId="{0C2CBF5D-6576-4AC4-81F0-1ABBB9698EC2}" dt="2026-02-01T18:44:20.417" v="3856" actId="26606"/>
          <ac:cxnSpMkLst>
            <pc:docMk/>
            <pc:sldMk cId="1716151218" sldId="279"/>
            <ac:cxnSpMk id="25" creationId="{8C730EAB-A532-4295-A302-FB4B90DB9F5E}"/>
          </ac:cxnSpMkLst>
        </pc:cxnChg>
      </pc:sldChg>
      <pc:sldChg chg="addSp delSp modSp new mod">
        <pc:chgData name="Hiba Ben Rhouma" userId="c7fcd2ba-de17-4d98-9f61-b343f54caddb" providerId="ADAL" clId="{0C2CBF5D-6576-4AC4-81F0-1ABBB9698EC2}" dt="2026-02-02T18:48:40.507" v="5137" actId="20577"/>
        <pc:sldMkLst>
          <pc:docMk/>
          <pc:sldMk cId="3838648475" sldId="280"/>
        </pc:sldMkLst>
        <pc:spChg chg="mod">
          <ac:chgData name="Hiba Ben Rhouma" userId="c7fcd2ba-de17-4d98-9f61-b343f54caddb" providerId="ADAL" clId="{0C2CBF5D-6576-4AC4-81F0-1ABBB9698EC2}" dt="2026-02-02T18:48:40.507" v="5137" actId="20577"/>
          <ac:spMkLst>
            <pc:docMk/>
            <pc:sldMk cId="3838648475" sldId="280"/>
            <ac:spMk id="2" creationId="{A6987BBB-9299-3960-0932-0A28E9D7FA4C}"/>
          </ac:spMkLst>
        </pc:spChg>
        <pc:picChg chg="add mod">
          <ac:chgData name="Hiba Ben Rhouma" userId="c7fcd2ba-de17-4d98-9f61-b343f54caddb" providerId="ADAL" clId="{0C2CBF5D-6576-4AC4-81F0-1ABBB9698EC2}" dt="2026-02-01T22:46:11.028" v="4105" actId="1076"/>
          <ac:picMkLst>
            <pc:docMk/>
            <pc:sldMk cId="3838648475" sldId="280"/>
            <ac:picMk id="22" creationId="{4C9ADA56-0541-7005-9302-3D4E9CEDAF46}"/>
          </ac:picMkLst>
        </pc:picChg>
      </pc:sldChg>
      <pc:sldChg chg="addSp delSp modSp new mod setBg">
        <pc:chgData name="Hiba Ben Rhouma" userId="c7fcd2ba-de17-4d98-9f61-b343f54caddb" providerId="ADAL" clId="{0C2CBF5D-6576-4AC4-81F0-1ABBB9698EC2}" dt="2026-02-02T18:54:08.108" v="5156" actId="20577"/>
        <pc:sldMkLst>
          <pc:docMk/>
          <pc:sldMk cId="1310710291" sldId="281"/>
        </pc:sldMkLst>
        <pc:spChg chg="mod">
          <ac:chgData name="Hiba Ben Rhouma" userId="c7fcd2ba-de17-4d98-9f61-b343f54caddb" providerId="ADAL" clId="{0C2CBF5D-6576-4AC4-81F0-1ABBB9698EC2}" dt="2026-02-02T13:25:52.095" v="4910" actId="27636"/>
          <ac:spMkLst>
            <pc:docMk/>
            <pc:sldMk cId="1310710291" sldId="281"/>
            <ac:spMk id="2" creationId="{47E9FE9D-2551-D59D-DA2C-B4286A667423}"/>
          </ac:spMkLst>
        </pc:spChg>
        <pc:spChg chg="mod">
          <ac:chgData name="Hiba Ben Rhouma" userId="c7fcd2ba-de17-4d98-9f61-b343f54caddb" providerId="ADAL" clId="{0C2CBF5D-6576-4AC4-81F0-1ABBB9698EC2}" dt="2026-02-02T13:29:47.164" v="4953" actId="20577"/>
          <ac:spMkLst>
            <pc:docMk/>
            <pc:sldMk cId="1310710291" sldId="281"/>
            <ac:spMk id="3" creationId="{E15CB41D-30C8-AC9E-E88C-23E3C769DC5E}"/>
          </ac:spMkLst>
        </pc:spChg>
        <pc:spChg chg="mod">
          <ac:chgData name="Hiba Ben Rhouma" userId="c7fcd2ba-de17-4d98-9f61-b343f54caddb" providerId="ADAL" clId="{0C2CBF5D-6576-4AC4-81F0-1ABBB9698EC2}" dt="2026-02-02T08:52:38.280" v="4446" actId="26606"/>
          <ac:spMkLst>
            <pc:docMk/>
            <pc:sldMk cId="1310710291" sldId="281"/>
            <ac:spMk id="4" creationId="{F4EDE9FB-04A1-039F-B580-53BE2047A244}"/>
          </ac:spMkLst>
        </pc:spChg>
        <pc:spChg chg="add">
          <ac:chgData name="Hiba Ben Rhouma" userId="c7fcd2ba-de17-4d98-9f61-b343f54caddb" providerId="ADAL" clId="{0C2CBF5D-6576-4AC4-81F0-1ABBB9698EC2}" dt="2026-02-02T08:47:47.535" v="4412"/>
          <ac:spMkLst>
            <pc:docMk/>
            <pc:sldMk cId="1310710291" sldId="281"/>
            <ac:spMk id="5" creationId="{70A0D694-44D0-F0B1-6A1E-384D584171CC}"/>
          </ac:spMkLst>
        </pc:spChg>
        <pc:spChg chg="add del mod">
          <ac:chgData name="Hiba Ben Rhouma" userId="c7fcd2ba-de17-4d98-9f61-b343f54caddb" providerId="ADAL" clId="{0C2CBF5D-6576-4AC4-81F0-1ABBB9698EC2}" dt="2026-02-02T08:52:38.290" v="4448"/>
          <ac:spMkLst>
            <pc:docMk/>
            <pc:sldMk cId="1310710291" sldId="281"/>
            <ac:spMk id="6" creationId="{AB6BBCAD-3115-9E36-9B55-CCF15FC58DC5}"/>
          </ac:spMkLst>
        </pc:spChg>
        <pc:spChg chg="add mod">
          <ac:chgData name="Hiba Ben Rhouma" userId="c7fcd2ba-de17-4d98-9f61-b343f54caddb" providerId="ADAL" clId="{0C2CBF5D-6576-4AC4-81F0-1ABBB9698EC2}" dt="2026-02-02T13:27:28.752" v="4927" actId="1076"/>
          <ac:spMkLst>
            <pc:docMk/>
            <pc:sldMk cId="1310710291" sldId="281"/>
            <ac:spMk id="9" creationId="{77B7D8C5-9F70-0EBD-CE86-9BE250925F3D}"/>
          </ac:spMkLst>
        </pc:spChg>
        <pc:spChg chg="add mod">
          <ac:chgData name="Hiba Ben Rhouma" userId="c7fcd2ba-de17-4d98-9f61-b343f54caddb" providerId="ADAL" clId="{0C2CBF5D-6576-4AC4-81F0-1ABBB9698EC2}" dt="2026-02-02T18:54:08.108" v="5156" actId="20577"/>
          <ac:spMkLst>
            <pc:docMk/>
            <pc:sldMk cId="1310710291" sldId="281"/>
            <ac:spMk id="11" creationId="{1D86500C-DD43-9640-0FF0-0067BE451D62}"/>
          </ac:spMkLst>
        </pc:spChg>
        <pc:graphicFrameChg chg="add mod modGraphic">
          <ac:chgData name="Hiba Ben Rhouma" userId="c7fcd2ba-de17-4d98-9f61-b343f54caddb" providerId="ADAL" clId="{0C2CBF5D-6576-4AC4-81F0-1ABBB9698EC2}" dt="2026-02-02T13:28:33.731" v="4947" actId="1076"/>
          <ac:graphicFrameMkLst>
            <pc:docMk/>
            <pc:sldMk cId="1310710291" sldId="281"/>
            <ac:graphicFrameMk id="7" creationId="{1AD5731D-E39B-E1E0-F54F-78420CE79DAF}"/>
          </ac:graphicFrameMkLst>
        </pc:graphicFrameChg>
        <pc:cxnChg chg="add">
          <ac:chgData name="Hiba Ben Rhouma" userId="c7fcd2ba-de17-4d98-9f61-b343f54caddb" providerId="ADAL" clId="{0C2CBF5D-6576-4AC4-81F0-1ABBB9698EC2}" dt="2026-02-02T08:52:38.280" v="4446" actId="26606"/>
          <ac:cxnSpMkLst>
            <pc:docMk/>
            <pc:sldMk cId="1310710291" sldId="281"/>
            <ac:cxnSpMk id="12" creationId="{FC23E3B9-5ABF-58B3-E2B0-E9A5DAA90037}"/>
          </ac:cxnSpMkLst>
        </pc:cxnChg>
      </pc:sldChg>
      <pc:sldChg chg="addSp delSp modSp new mod setBg">
        <pc:chgData name="Hiba Ben Rhouma" userId="c7fcd2ba-de17-4d98-9f61-b343f54caddb" providerId="ADAL" clId="{0C2CBF5D-6576-4AC4-81F0-1ABBB9698EC2}" dt="2026-02-03T10:08:41.815" v="5212" actId="113"/>
        <pc:sldMkLst>
          <pc:docMk/>
          <pc:sldMk cId="2033750975" sldId="282"/>
        </pc:sldMkLst>
        <pc:spChg chg="mod">
          <ac:chgData name="Hiba Ben Rhouma" userId="c7fcd2ba-de17-4d98-9f61-b343f54caddb" providerId="ADAL" clId="{0C2CBF5D-6576-4AC4-81F0-1ABBB9698EC2}" dt="2026-02-02T10:20:33.399" v="4657"/>
          <ac:spMkLst>
            <pc:docMk/>
            <pc:sldMk cId="2033750975" sldId="282"/>
            <ac:spMk id="2" creationId="{A6990FAB-B4A0-EE0F-93ED-C276A4CCA74D}"/>
          </ac:spMkLst>
        </pc:spChg>
        <pc:spChg chg="del">
          <ac:chgData name="Hiba Ben Rhouma" userId="c7fcd2ba-de17-4d98-9f61-b343f54caddb" providerId="ADAL" clId="{0C2CBF5D-6576-4AC4-81F0-1ABBB9698EC2}" dt="2026-02-02T10:08:34.634" v="4584"/>
          <ac:spMkLst>
            <pc:docMk/>
            <pc:sldMk cId="2033750975" sldId="282"/>
            <ac:spMk id="3" creationId="{E9E80335-F7D5-DAA3-3194-D4E661540CC2}"/>
          </ac:spMkLst>
        </pc:spChg>
        <pc:spChg chg="mod ord">
          <ac:chgData name="Hiba Ben Rhouma" userId="c7fcd2ba-de17-4d98-9f61-b343f54caddb" providerId="ADAL" clId="{0C2CBF5D-6576-4AC4-81F0-1ABBB9698EC2}" dt="2026-02-02T10:19:37.149" v="4636" actId="26606"/>
          <ac:spMkLst>
            <pc:docMk/>
            <pc:sldMk cId="2033750975" sldId="282"/>
            <ac:spMk id="4" creationId="{A0DC6E92-C25A-FF1F-D843-41C719C775EA}"/>
          </ac:spMkLst>
        </pc:spChg>
        <pc:spChg chg="add mod">
          <ac:chgData name="Hiba Ben Rhouma" userId="c7fcd2ba-de17-4d98-9f61-b343f54caddb" providerId="ADAL" clId="{0C2CBF5D-6576-4AC4-81F0-1ABBB9698EC2}" dt="2026-02-03T10:08:41.815" v="5212" actId="113"/>
          <ac:spMkLst>
            <pc:docMk/>
            <pc:sldMk cId="2033750975" sldId="282"/>
            <ac:spMk id="5" creationId="{4FBB737B-4EA0-4841-F68A-2942072910D2}"/>
          </ac:spMkLst>
        </pc:spChg>
        <pc:spChg chg="add del mod">
          <ac:chgData name="Hiba Ben Rhouma" userId="c7fcd2ba-de17-4d98-9f61-b343f54caddb" providerId="ADAL" clId="{0C2CBF5D-6576-4AC4-81F0-1ABBB9698EC2}" dt="2026-02-02T13:39:42.312" v="5021"/>
          <ac:spMkLst>
            <pc:docMk/>
            <pc:sldMk cId="2033750975" sldId="282"/>
            <ac:spMk id="7" creationId="{150067A2-D691-5C34-5D64-8AF48F2C4BA2}"/>
          </ac:spMkLst>
        </pc:spChg>
        <pc:spChg chg="add mod">
          <ac:chgData name="Hiba Ben Rhouma" userId="c7fcd2ba-de17-4d98-9f61-b343f54caddb" providerId="ADAL" clId="{0C2CBF5D-6576-4AC4-81F0-1ABBB9698EC2}" dt="2026-02-02T14:07:07.714" v="5084" actId="207"/>
          <ac:spMkLst>
            <pc:docMk/>
            <pc:sldMk cId="2033750975" sldId="282"/>
            <ac:spMk id="8" creationId="{ECEF1CE9-077A-599D-139E-15FD80160B0B}"/>
          </ac:spMkLst>
        </pc:spChg>
        <pc:spChg chg="add del">
          <ac:chgData name="Hiba Ben Rhouma" userId="c7fcd2ba-de17-4d98-9f61-b343f54caddb" providerId="ADAL" clId="{0C2CBF5D-6576-4AC4-81F0-1ABBB9698EC2}" dt="2026-02-02T10:19:37.149" v="4636" actId="26606"/>
          <ac:spMkLst>
            <pc:docMk/>
            <pc:sldMk cId="2033750975" sldId="282"/>
            <ac:spMk id="10" creationId="{6CC7D015-0DD8-420F-A568-AC4FEDC41251}"/>
          </ac:spMkLst>
        </pc:spChg>
        <pc:spChg chg="add">
          <ac:chgData name="Hiba Ben Rhouma" userId="c7fcd2ba-de17-4d98-9f61-b343f54caddb" providerId="ADAL" clId="{0C2CBF5D-6576-4AC4-81F0-1ABBB9698EC2}" dt="2026-02-02T10:19:37.149" v="4636" actId="26606"/>
          <ac:spMkLst>
            <pc:docMk/>
            <pc:sldMk cId="2033750975" sldId="282"/>
            <ac:spMk id="15" creationId="{9F7D5CDA-D291-4307-BF55-1381FED29634}"/>
          </ac:spMkLst>
        </pc:spChg>
        <pc:picChg chg="add mod">
          <ac:chgData name="Hiba Ben Rhouma" userId="c7fcd2ba-de17-4d98-9f61-b343f54caddb" providerId="ADAL" clId="{0C2CBF5D-6576-4AC4-81F0-1ABBB9698EC2}" dt="2026-02-02T10:19:37.149" v="4636" actId="26606"/>
          <ac:picMkLst>
            <pc:docMk/>
            <pc:sldMk cId="2033750975" sldId="282"/>
            <ac:picMk id="6" creationId="{64BC7BF3-9A9D-DE60-70F9-3D93255139CF}"/>
          </ac:picMkLst>
        </pc:picChg>
      </pc:sldChg>
      <pc:sldChg chg="addSp delSp modSp add mod setBg delDesignElem">
        <pc:chgData name="Hiba Ben Rhouma" userId="c7fcd2ba-de17-4d98-9f61-b343f54caddb" providerId="ADAL" clId="{0C2CBF5D-6576-4AC4-81F0-1ABBB9698EC2}" dt="2026-02-03T12:15:37.010" v="5276" actId="1076"/>
        <pc:sldMkLst>
          <pc:docMk/>
          <pc:sldMk cId="2513089818" sldId="283"/>
        </pc:sldMkLst>
        <pc:spChg chg="add mod">
          <ac:chgData name="Hiba Ben Rhouma" userId="c7fcd2ba-de17-4d98-9f61-b343f54caddb" providerId="ADAL" clId="{0C2CBF5D-6576-4AC4-81F0-1ABBB9698EC2}" dt="2026-02-03T12:15:37.010" v="5276" actId="1076"/>
          <ac:spMkLst>
            <pc:docMk/>
            <pc:sldMk cId="2513089818" sldId="283"/>
            <ac:spMk id="2" creationId="{C9D26AB9-7320-D82C-16B3-6B1C9D8883AE}"/>
          </ac:spMkLst>
        </pc:spChg>
        <pc:spChg chg="add del mod">
          <ac:chgData name="Hiba Ben Rhouma" userId="c7fcd2ba-de17-4d98-9f61-b343f54caddb" providerId="ADAL" clId="{0C2CBF5D-6576-4AC4-81F0-1ABBB9698EC2}" dt="2026-02-02T09:00:29.094" v="4574" actId="478"/>
          <ac:spMkLst>
            <pc:docMk/>
            <pc:sldMk cId="2513089818" sldId="283"/>
            <ac:spMk id="3" creationId="{DB0A85F4-24C8-33C2-A1F1-9EEC51EFFEF6}"/>
          </ac:spMkLst>
        </pc:spChg>
        <pc:spChg chg="mod ord">
          <ac:chgData name="Hiba Ben Rhouma" userId="c7fcd2ba-de17-4d98-9f61-b343f54caddb" providerId="ADAL" clId="{0C2CBF5D-6576-4AC4-81F0-1ABBB9698EC2}" dt="2026-02-02T09:01:12.201" v="4583" actId="26606"/>
          <ac:spMkLst>
            <pc:docMk/>
            <pc:sldMk cId="2513089818" sldId="283"/>
            <ac:spMk id="10" creationId="{2AC3F95F-9504-9C14-FA15-B25B99A48C7A}"/>
          </ac:spMkLst>
        </pc:spChg>
        <pc:spChg chg="del mod">
          <ac:chgData name="Hiba Ben Rhouma" userId="c7fcd2ba-de17-4d98-9f61-b343f54caddb" providerId="ADAL" clId="{0C2CBF5D-6576-4AC4-81F0-1ABBB9698EC2}" dt="2026-02-02T09:00:21.774" v="4572" actId="478"/>
          <ac:spMkLst>
            <pc:docMk/>
            <pc:sldMk cId="2513089818" sldId="283"/>
            <ac:spMk id="11" creationId="{34E2EBE0-B593-6ED5-55E2-4A5020C8DD8E}"/>
          </ac:spMkLst>
        </pc:spChg>
        <pc:spChg chg="mod">
          <ac:chgData name="Hiba Ben Rhouma" userId="c7fcd2ba-de17-4d98-9f61-b343f54caddb" providerId="ADAL" clId="{0C2CBF5D-6576-4AC4-81F0-1ABBB9698EC2}" dt="2026-02-02T09:01:12.201" v="4583" actId="26606"/>
          <ac:spMkLst>
            <pc:docMk/>
            <pc:sldMk cId="2513089818" sldId="283"/>
            <ac:spMk id="13" creationId="{BFF001A7-383F-57C7-4C5A-B3BFCE259544}"/>
          </ac:spMkLst>
        </pc:spChg>
        <pc:spChg chg="add del">
          <ac:chgData name="Hiba Ben Rhouma" userId="c7fcd2ba-de17-4d98-9f61-b343f54caddb" providerId="ADAL" clId="{0C2CBF5D-6576-4AC4-81F0-1ABBB9698EC2}" dt="2026-02-02T09:01:12.201" v="4583" actId="26606"/>
          <ac:spMkLst>
            <pc:docMk/>
            <pc:sldMk cId="2513089818" sldId="283"/>
            <ac:spMk id="18" creationId="{04812C46-200A-4DEB-A05E-3ED6C68C2387}"/>
          </ac:spMkLst>
        </pc:spChg>
        <pc:spChg chg="add del">
          <ac:chgData name="Hiba Ben Rhouma" userId="c7fcd2ba-de17-4d98-9f61-b343f54caddb" providerId="ADAL" clId="{0C2CBF5D-6576-4AC4-81F0-1ABBB9698EC2}" dt="2026-02-02T09:01:12.201" v="4583" actId="26606"/>
          <ac:spMkLst>
            <pc:docMk/>
            <pc:sldMk cId="2513089818" sldId="283"/>
            <ac:spMk id="20" creationId="{D1EA859B-E555-4109-94F3-6700E046E008}"/>
          </ac:spMkLst>
        </pc:spChg>
        <pc:spChg chg="add del">
          <ac:chgData name="Hiba Ben Rhouma" userId="c7fcd2ba-de17-4d98-9f61-b343f54caddb" providerId="ADAL" clId="{0C2CBF5D-6576-4AC4-81F0-1ABBB9698EC2}" dt="2026-02-02T09:00:50.369" v="4578" actId="26606"/>
          <ac:spMkLst>
            <pc:docMk/>
            <pc:sldMk cId="2513089818" sldId="283"/>
            <ac:spMk id="22" creationId="{3776B14B-F2F4-4825-8DA8-8C7A0F2B3960}"/>
          </ac:spMkLst>
        </pc:spChg>
        <pc:spChg chg="add del">
          <ac:chgData name="Hiba Ben Rhouma" userId="c7fcd2ba-de17-4d98-9f61-b343f54caddb" providerId="ADAL" clId="{0C2CBF5D-6576-4AC4-81F0-1ABBB9698EC2}" dt="2026-02-02T09:00:50.369" v="4578" actId="26606"/>
          <ac:spMkLst>
            <pc:docMk/>
            <pc:sldMk cId="2513089818" sldId="283"/>
            <ac:spMk id="25" creationId="{63644BFD-D22E-4019-B666-387DA51AEAFD}"/>
          </ac:spMkLst>
        </pc:spChg>
        <pc:spChg chg="del">
          <ac:chgData name="Hiba Ben Rhouma" userId="c7fcd2ba-de17-4d98-9f61-b343f54caddb" providerId="ADAL" clId="{0C2CBF5D-6576-4AC4-81F0-1ABBB9698EC2}" dt="2026-02-02T09:00:15.722" v="4570"/>
          <ac:spMkLst>
            <pc:docMk/>
            <pc:sldMk cId="2513089818" sldId="283"/>
            <ac:spMk id="31" creationId="{0D59AE5F-971E-A434-E61C-699226077CCF}"/>
          </ac:spMkLst>
        </pc:spChg>
        <pc:spChg chg="del">
          <ac:chgData name="Hiba Ben Rhouma" userId="c7fcd2ba-de17-4d98-9f61-b343f54caddb" providerId="ADAL" clId="{0C2CBF5D-6576-4AC4-81F0-1ABBB9698EC2}" dt="2026-02-02T09:00:15.722" v="4570"/>
          <ac:spMkLst>
            <pc:docMk/>
            <pc:sldMk cId="2513089818" sldId="283"/>
            <ac:spMk id="32" creationId="{199DA869-ECB2-0BD7-18E4-369C92395CCE}"/>
          </ac:spMkLst>
        </pc:spChg>
        <pc:spChg chg="del">
          <ac:chgData name="Hiba Ben Rhouma" userId="c7fcd2ba-de17-4d98-9f61-b343f54caddb" providerId="ADAL" clId="{0C2CBF5D-6576-4AC4-81F0-1ABBB9698EC2}" dt="2026-02-02T09:00:25.336" v="4573" actId="478"/>
          <ac:spMkLst>
            <pc:docMk/>
            <pc:sldMk cId="2513089818" sldId="283"/>
            <ac:spMk id="33" creationId="{FA4E4FC3-5E59-3C7E-6647-794B7F36EC0F}"/>
          </ac:spMkLst>
        </pc:spChg>
        <pc:spChg chg="add del">
          <ac:chgData name="Hiba Ben Rhouma" userId="c7fcd2ba-de17-4d98-9f61-b343f54caddb" providerId="ADAL" clId="{0C2CBF5D-6576-4AC4-81F0-1ABBB9698EC2}" dt="2026-02-02T09:01:05.929" v="4580" actId="26606"/>
          <ac:spMkLst>
            <pc:docMk/>
            <pc:sldMk cId="2513089818" sldId="283"/>
            <ac:spMk id="34" creationId="{5D9FC6AC-4A12-4825-8ABE-0732B8EF4D16}"/>
          </ac:spMkLst>
        </pc:spChg>
        <pc:spChg chg="add del">
          <ac:chgData name="Hiba Ben Rhouma" userId="c7fcd2ba-de17-4d98-9f61-b343f54caddb" providerId="ADAL" clId="{0C2CBF5D-6576-4AC4-81F0-1ABBB9698EC2}" dt="2026-02-02T09:01:12.194" v="4582" actId="26606"/>
          <ac:spMkLst>
            <pc:docMk/>
            <pc:sldMk cId="2513089818" sldId="283"/>
            <ac:spMk id="36" creationId="{206E56BB-C8E6-4F70-B8BF-921C4912D6DE}"/>
          </ac:spMkLst>
        </pc:spChg>
        <pc:spChg chg="add del">
          <ac:chgData name="Hiba Ben Rhouma" userId="c7fcd2ba-de17-4d98-9f61-b343f54caddb" providerId="ADAL" clId="{0C2CBF5D-6576-4AC4-81F0-1ABBB9698EC2}" dt="2026-02-02T09:01:12.194" v="4582" actId="26606"/>
          <ac:spMkLst>
            <pc:docMk/>
            <pc:sldMk cId="2513089818" sldId="283"/>
            <ac:spMk id="37" creationId="{99643316-AB20-4DD1-8578-B5D7F033C0A3}"/>
          </ac:spMkLst>
        </pc:spChg>
        <pc:spChg chg="add">
          <ac:chgData name="Hiba Ben Rhouma" userId="c7fcd2ba-de17-4d98-9f61-b343f54caddb" providerId="ADAL" clId="{0C2CBF5D-6576-4AC4-81F0-1ABBB9698EC2}" dt="2026-02-02T09:01:12.201" v="4583" actId="26606"/>
          <ac:spMkLst>
            <pc:docMk/>
            <pc:sldMk cId="2513089818" sldId="283"/>
            <ac:spMk id="39" creationId="{5D9FC6AC-4A12-4825-8ABE-0732B8EF4D16}"/>
          </ac:spMkLst>
        </pc:spChg>
        <pc:grpChg chg="add del">
          <ac:chgData name="Hiba Ben Rhouma" userId="c7fcd2ba-de17-4d98-9f61-b343f54caddb" providerId="ADAL" clId="{0C2CBF5D-6576-4AC4-81F0-1ABBB9698EC2}" dt="2026-02-02T09:00:50.369" v="4578" actId="26606"/>
          <ac:grpSpMkLst>
            <pc:docMk/>
            <pc:sldMk cId="2513089818" sldId="283"/>
            <ac:grpSpMk id="27" creationId="{5FE9FE4C-C9E0-4C54-8010-EA9D29CD4D59}"/>
          </ac:grpSpMkLst>
        </pc:grpChg>
        <pc:picChg chg="mod">
          <ac:chgData name="Hiba Ben Rhouma" userId="c7fcd2ba-de17-4d98-9f61-b343f54caddb" providerId="ADAL" clId="{0C2CBF5D-6576-4AC4-81F0-1ABBB9698EC2}" dt="2026-02-03T12:15:30.377" v="5275" actId="1076"/>
          <ac:picMkLst>
            <pc:docMk/>
            <pc:sldMk cId="2513089818" sldId="283"/>
            <ac:picMk id="9" creationId="{6295E1D9-3952-2315-AC68-AD71F43A0C9A}"/>
          </ac:picMkLst>
        </pc:picChg>
      </pc:sldChg>
      <pc:sldMasterChg chg="modSp modSldLayout">
        <pc:chgData name="Hiba Ben Rhouma" userId="c7fcd2ba-de17-4d98-9f61-b343f54caddb" providerId="ADAL" clId="{0C2CBF5D-6576-4AC4-81F0-1ABBB9698EC2}" dt="2026-01-30T11:33:36.996" v="1463" actId="735"/>
        <pc:sldMasterMkLst>
          <pc:docMk/>
          <pc:sldMasterMk cId="2185497435" sldId="2147483648"/>
        </pc:sldMasterMkLst>
        <pc:sldLayoutChg chg="modSp">
          <pc:chgData name="Hiba Ben Rhouma" userId="c7fcd2ba-de17-4d98-9f61-b343f54caddb" providerId="ADAL" clId="{0C2CBF5D-6576-4AC4-81F0-1ABBB9698EC2}" dt="2026-01-30T11:33:31.528" v="1462" actId="735"/>
          <pc:sldLayoutMkLst>
            <pc:docMk/>
            <pc:sldMasterMk cId="2185497435" sldId="2147483648"/>
            <pc:sldLayoutMk cId="1413424257" sldId="214748365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50DA4-2F7E-4E56-A193-B6837620488C}" type="doc">
      <dgm:prSet loTypeId="urn:microsoft.com/office/officeart/2005/8/layout/vList2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06DFD24-9ABD-4D98-8C58-2B91E654B31A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dirty="0"/>
            <a:t>Überblick über den Datensatz</a:t>
          </a:r>
        </a:p>
      </dgm:t>
    </dgm:pt>
    <dgm:pt modelId="{E8CD1304-EB6C-439D-BE06-18C199938BA5}" type="parTrans" cxnId="{9434EA2B-F337-493E-BB4E-9BEC03CB5D5A}">
      <dgm:prSet/>
      <dgm:spPr/>
      <dgm:t>
        <a:bodyPr/>
        <a:lstStyle/>
        <a:p>
          <a:endParaRPr lang="de-DE"/>
        </a:p>
      </dgm:t>
    </dgm:pt>
    <dgm:pt modelId="{9B7260F6-07E3-41D4-9E1F-081C3DB8737A}" type="sibTrans" cxnId="{9434EA2B-F337-493E-BB4E-9BEC03CB5D5A}">
      <dgm:prSet/>
      <dgm:spPr/>
      <dgm:t>
        <a:bodyPr/>
        <a:lstStyle/>
        <a:p>
          <a:endParaRPr lang="de-DE"/>
        </a:p>
      </dgm:t>
    </dgm:pt>
    <dgm:pt modelId="{BAD87608-953F-4F4F-B13F-983C235A3036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dirty="0"/>
            <a:t>Datenaufbereitung</a:t>
          </a:r>
        </a:p>
      </dgm:t>
    </dgm:pt>
    <dgm:pt modelId="{D1BFB350-EC6F-4ECA-B03C-A49C25D8E84C}" type="parTrans" cxnId="{0CA3FE0E-4284-40B6-B419-85A5409C3AE4}">
      <dgm:prSet/>
      <dgm:spPr/>
      <dgm:t>
        <a:bodyPr/>
        <a:lstStyle/>
        <a:p>
          <a:endParaRPr lang="de-DE"/>
        </a:p>
      </dgm:t>
    </dgm:pt>
    <dgm:pt modelId="{03F3C5C8-75A2-4B87-A64B-722816A76C2C}" type="sibTrans" cxnId="{0CA3FE0E-4284-40B6-B419-85A5409C3AE4}">
      <dgm:prSet/>
      <dgm:spPr/>
      <dgm:t>
        <a:bodyPr/>
        <a:lstStyle/>
        <a:p>
          <a:endParaRPr lang="de-DE"/>
        </a:p>
      </dgm:t>
    </dgm:pt>
    <dgm:pt modelId="{92A79F79-4B55-41AA-9785-ED7615E0D91E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b="0" dirty="0"/>
            <a:t>Kundensegmentierung</a:t>
          </a:r>
        </a:p>
      </dgm:t>
    </dgm:pt>
    <dgm:pt modelId="{8C599CE5-85F9-4491-8141-848B1FB32192}" type="parTrans" cxnId="{40B465A8-805E-4360-A25E-5C7E920C8DCA}">
      <dgm:prSet/>
      <dgm:spPr/>
      <dgm:t>
        <a:bodyPr/>
        <a:lstStyle/>
        <a:p>
          <a:endParaRPr lang="de-DE"/>
        </a:p>
      </dgm:t>
    </dgm:pt>
    <dgm:pt modelId="{FDC9496B-0901-47BC-823B-2F69F3947AF0}" type="sibTrans" cxnId="{40B465A8-805E-4360-A25E-5C7E920C8DCA}">
      <dgm:prSet/>
      <dgm:spPr/>
      <dgm:t>
        <a:bodyPr/>
        <a:lstStyle/>
        <a:p>
          <a:endParaRPr lang="de-DE"/>
        </a:p>
      </dgm:t>
    </dgm:pt>
    <dgm:pt modelId="{0DB592C2-473E-4F75-B2C4-F03B16DFC201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b="0" dirty="0"/>
            <a:t>Kampagnenklassifikation</a:t>
          </a:r>
        </a:p>
      </dgm:t>
    </dgm:pt>
    <dgm:pt modelId="{2B6405FC-AE79-47D0-A5CF-6BF930BD80CC}" type="parTrans" cxnId="{5CD3FCB4-BBC6-4E49-B0B1-EB3437A35744}">
      <dgm:prSet/>
      <dgm:spPr/>
      <dgm:t>
        <a:bodyPr/>
        <a:lstStyle/>
        <a:p>
          <a:endParaRPr lang="de-DE"/>
        </a:p>
      </dgm:t>
    </dgm:pt>
    <dgm:pt modelId="{E2E27066-8A52-44C9-9161-1FB92E8DA4AA}" type="sibTrans" cxnId="{5CD3FCB4-BBC6-4E49-B0B1-EB3437A35744}">
      <dgm:prSet/>
      <dgm:spPr/>
      <dgm:t>
        <a:bodyPr/>
        <a:lstStyle/>
        <a:p>
          <a:endParaRPr lang="de-DE"/>
        </a:p>
      </dgm:t>
    </dgm:pt>
    <dgm:pt modelId="{9331A391-2760-4374-906E-F98C62719119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dirty="0"/>
            <a:t>Fazit und Erkenntnisse</a:t>
          </a:r>
        </a:p>
      </dgm:t>
    </dgm:pt>
    <dgm:pt modelId="{A89621B8-86F8-4EB7-9C66-B3B146FDBFC2}" type="parTrans" cxnId="{243772A3-4CCA-4939-ABD8-1CBCD17C314C}">
      <dgm:prSet/>
      <dgm:spPr/>
      <dgm:t>
        <a:bodyPr/>
        <a:lstStyle/>
        <a:p>
          <a:endParaRPr lang="de-DE"/>
        </a:p>
      </dgm:t>
    </dgm:pt>
    <dgm:pt modelId="{A1CFAE7C-6007-4008-B7A7-FEBFD6569F31}" type="sibTrans" cxnId="{243772A3-4CCA-4939-ABD8-1CBCD17C314C}">
      <dgm:prSet/>
      <dgm:spPr/>
      <dgm:t>
        <a:bodyPr/>
        <a:lstStyle/>
        <a:p>
          <a:endParaRPr lang="de-DE"/>
        </a:p>
      </dgm:t>
    </dgm:pt>
    <dgm:pt modelId="{C4C0D4FC-8CAC-4CDA-8641-F9EDF17DC829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dirty="0"/>
            <a:t>Handlungsempfehlungen</a:t>
          </a:r>
        </a:p>
      </dgm:t>
    </dgm:pt>
    <dgm:pt modelId="{8140560D-B8FB-4150-9950-3AECD2AE7F12}" type="parTrans" cxnId="{9F4681B8-AA32-4829-8EEF-48C98B3A99F9}">
      <dgm:prSet/>
      <dgm:spPr/>
      <dgm:t>
        <a:bodyPr/>
        <a:lstStyle/>
        <a:p>
          <a:endParaRPr lang="de-DE"/>
        </a:p>
      </dgm:t>
    </dgm:pt>
    <dgm:pt modelId="{820738D9-A1D3-4769-BBE3-A4F0889027FF}" type="sibTrans" cxnId="{9F4681B8-AA32-4829-8EEF-48C98B3A99F9}">
      <dgm:prSet/>
      <dgm:spPr/>
      <dgm:t>
        <a:bodyPr/>
        <a:lstStyle/>
        <a:p>
          <a:endParaRPr lang="de-DE"/>
        </a:p>
      </dgm:t>
    </dgm:pt>
    <dgm:pt modelId="{E9870A69-DB65-4747-A4FB-8F2C8FBFE384}">
      <dgm:prSet/>
      <dgm:spPr>
        <a:ln>
          <a:solidFill>
            <a:srgbClr val="0000FF"/>
          </a:solidFill>
        </a:ln>
      </dgm:spPr>
      <dgm:t>
        <a:bodyPr/>
        <a:lstStyle/>
        <a:p>
          <a:pPr>
            <a:buNone/>
          </a:pPr>
          <a:r>
            <a:rPr lang="de-DE" b="0" dirty="0"/>
            <a:t>Einkommensvorhersage</a:t>
          </a:r>
          <a:r>
            <a:rPr lang="de-DE" dirty="0"/>
            <a:t>(LR)</a:t>
          </a:r>
        </a:p>
      </dgm:t>
    </dgm:pt>
    <dgm:pt modelId="{EBF4B319-EC68-40A5-B0A3-ABAC850EAEEE}" type="parTrans" cxnId="{7942B9A8-E934-4BFD-82E9-38544B53DD9E}">
      <dgm:prSet/>
      <dgm:spPr/>
      <dgm:t>
        <a:bodyPr/>
        <a:lstStyle/>
        <a:p>
          <a:endParaRPr lang="de-DE"/>
        </a:p>
      </dgm:t>
    </dgm:pt>
    <dgm:pt modelId="{F3C5E7D3-2836-45D3-AFB6-53F0A8C8C109}" type="sibTrans" cxnId="{7942B9A8-E934-4BFD-82E9-38544B53DD9E}">
      <dgm:prSet/>
      <dgm:spPr/>
      <dgm:t>
        <a:bodyPr/>
        <a:lstStyle/>
        <a:p>
          <a:endParaRPr lang="de-DE"/>
        </a:p>
      </dgm:t>
    </dgm:pt>
    <dgm:pt modelId="{0A59D80B-CBE0-4D33-A4FC-039A153B0D0E}" type="pres">
      <dgm:prSet presAssocID="{FE650DA4-2F7E-4E56-A193-B6837620488C}" presName="linear" presStyleCnt="0">
        <dgm:presLayoutVars>
          <dgm:animLvl val="lvl"/>
          <dgm:resizeHandles val="exact"/>
        </dgm:presLayoutVars>
      </dgm:prSet>
      <dgm:spPr/>
    </dgm:pt>
    <dgm:pt modelId="{3585AE3D-007B-42CC-A9D4-8E1B6E53CE76}" type="pres">
      <dgm:prSet presAssocID="{106DFD24-9ABD-4D98-8C58-2B91E654B31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CA42F82-2BF1-4D46-89D6-50C20B643BEF}" type="pres">
      <dgm:prSet presAssocID="{9B7260F6-07E3-41D4-9E1F-081C3DB8737A}" presName="spacer" presStyleCnt="0"/>
      <dgm:spPr/>
    </dgm:pt>
    <dgm:pt modelId="{E0C77F73-3D77-48C2-ACC8-70EEB9F5E92C}" type="pres">
      <dgm:prSet presAssocID="{BAD87608-953F-4F4F-B13F-983C235A303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0C8B20C-A0C4-411C-B4CC-58B00A1F5A6E}" type="pres">
      <dgm:prSet presAssocID="{03F3C5C8-75A2-4B87-A64B-722816A76C2C}" presName="spacer" presStyleCnt="0"/>
      <dgm:spPr/>
    </dgm:pt>
    <dgm:pt modelId="{0073D598-A779-4400-B4C0-F922519D5250}" type="pres">
      <dgm:prSet presAssocID="{E9870A69-DB65-4747-A4FB-8F2C8FBFE38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88796C8-E991-4C38-8008-3BDFC3BEA94F}" type="pres">
      <dgm:prSet presAssocID="{F3C5E7D3-2836-45D3-AFB6-53F0A8C8C109}" presName="spacer" presStyleCnt="0"/>
      <dgm:spPr/>
    </dgm:pt>
    <dgm:pt modelId="{5154E3D5-6740-46B1-87A6-1C58BC31B82C}" type="pres">
      <dgm:prSet presAssocID="{92A79F79-4B55-41AA-9785-ED7615E0D91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D6ACEC8-D94F-4761-B544-96AD0AAF681E}" type="pres">
      <dgm:prSet presAssocID="{FDC9496B-0901-47BC-823B-2F69F3947AF0}" presName="spacer" presStyleCnt="0"/>
      <dgm:spPr/>
    </dgm:pt>
    <dgm:pt modelId="{972EEFB5-A8A5-4356-AF72-3A8CADAE1F00}" type="pres">
      <dgm:prSet presAssocID="{0DB592C2-473E-4F75-B2C4-F03B16DFC20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0BE21F2-98A8-4157-8658-EFBBA8EC992A}" type="pres">
      <dgm:prSet presAssocID="{E2E27066-8A52-44C9-9161-1FB92E8DA4AA}" presName="spacer" presStyleCnt="0"/>
      <dgm:spPr/>
    </dgm:pt>
    <dgm:pt modelId="{16B6270D-B925-4666-9DF2-87BB7B1753E1}" type="pres">
      <dgm:prSet presAssocID="{9331A391-2760-4374-906E-F98C6271911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BBC0563-DEEE-4620-BC44-26C253C22ED0}" type="pres">
      <dgm:prSet presAssocID="{A1CFAE7C-6007-4008-B7A7-FEBFD6569F31}" presName="spacer" presStyleCnt="0"/>
      <dgm:spPr/>
    </dgm:pt>
    <dgm:pt modelId="{6BC2490A-D354-446B-85D8-EB3A93058B64}" type="pres">
      <dgm:prSet presAssocID="{C4C0D4FC-8CAC-4CDA-8641-F9EDF17DC829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CA3FE0E-4284-40B6-B419-85A5409C3AE4}" srcId="{FE650DA4-2F7E-4E56-A193-B6837620488C}" destId="{BAD87608-953F-4F4F-B13F-983C235A3036}" srcOrd="1" destOrd="0" parTransId="{D1BFB350-EC6F-4ECA-B03C-A49C25D8E84C}" sibTransId="{03F3C5C8-75A2-4B87-A64B-722816A76C2C}"/>
    <dgm:cxn modelId="{3C2EE223-6552-4BA1-B1C1-DB8497868EFA}" type="presOf" srcId="{FE650DA4-2F7E-4E56-A193-B6837620488C}" destId="{0A59D80B-CBE0-4D33-A4FC-039A153B0D0E}" srcOrd="0" destOrd="0" presId="urn:microsoft.com/office/officeart/2005/8/layout/vList2"/>
    <dgm:cxn modelId="{9434EA2B-F337-493E-BB4E-9BEC03CB5D5A}" srcId="{FE650DA4-2F7E-4E56-A193-B6837620488C}" destId="{106DFD24-9ABD-4D98-8C58-2B91E654B31A}" srcOrd="0" destOrd="0" parTransId="{E8CD1304-EB6C-439D-BE06-18C199938BA5}" sibTransId="{9B7260F6-07E3-41D4-9E1F-081C3DB8737A}"/>
    <dgm:cxn modelId="{2C7C5C65-37AB-463B-A487-3AD5F55CE3F4}" type="presOf" srcId="{9331A391-2760-4374-906E-F98C62719119}" destId="{16B6270D-B925-4666-9DF2-87BB7B1753E1}" srcOrd="0" destOrd="0" presId="urn:microsoft.com/office/officeart/2005/8/layout/vList2"/>
    <dgm:cxn modelId="{52F9D27E-66FA-4076-B271-CFAFC00634CA}" type="presOf" srcId="{92A79F79-4B55-41AA-9785-ED7615E0D91E}" destId="{5154E3D5-6740-46B1-87A6-1C58BC31B82C}" srcOrd="0" destOrd="0" presId="urn:microsoft.com/office/officeart/2005/8/layout/vList2"/>
    <dgm:cxn modelId="{D9BF7184-3FA8-4441-8D39-059EDD295CE6}" type="presOf" srcId="{BAD87608-953F-4F4F-B13F-983C235A3036}" destId="{E0C77F73-3D77-48C2-ACC8-70EEB9F5E92C}" srcOrd="0" destOrd="0" presId="urn:microsoft.com/office/officeart/2005/8/layout/vList2"/>
    <dgm:cxn modelId="{0F29BD9D-790F-409C-B90D-F8CFDC91B41A}" type="presOf" srcId="{106DFD24-9ABD-4D98-8C58-2B91E654B31A}" destId="{3585AE3D-007B-42CC-A9D4-8E1B6E53CE76}" srcOrd="0" destOrd="0" presId="urn:microsoft.com/office/officeart/2005/8/layout/vList2"/>
    <dgm:cxn modelId="{243772A3-4CCA-4939-ABD8-1CBCD17C314C}" srcId="{FE650DA4-2F7E-4E56-A193-B6837620488C}" destId="{9331A391-2760-4374-906E-F98C62719119}" srcOrd="5" destOrd="0" parTransId="{A89621B8-86F8-4EB7-9C66-B3B146FDBFC2}" sibTransId="{A1CFAE7C-6007-4008-B7A7-FEBFD6569F31}"/>
    <dgm:cxn modelId="{40B465A8-805E-4360-A25E-5C7E920C8DCA}" srcId="{FE650DA4-2F7E-4E56-A193-B6837620488C}" destId="{92A79F79-4B55-41AA-9785-ED7615E0D91E}" srcOrd="3" destOrd="0" parTransId="{8C599CE5-85F9-4491-8141-848B1FB32192}" sibTransId="{FDC9496B-0901-47BC-823B-2F69F3947AF0}"/>
    <dgm:cxn modelId="{7942B9A8-E934-4BFD-82E9-38544B53DD9E}" srcId="{FE650DA4-2F7E-4E56-A193-B6837620488C}" destId="{E9870A69-DB65-4747-A4FB-8F2C8FBFE384}" srcOrd="2" destOrd="0" parTransId="{EBF4B319-EC68-40A5-B0A3-ABAC850EAEEE}" sibTransId="{F3C5E7D3-2836-45D3-AFB6-53F0A8C8C109}"/>
    <dgm:cxn modelId="{9589C5AB-A689-4734-867A-5DBAB07E6357}" type="presOf" srcId="{E9870A69-DB65-4747-A4FB-8F2C8FBFE384}" destId="{0073D598-A779-4400-B4C0-F922519D5250}" srcOrd="0" destOrd="0" presId="urn:microsoft.com/office/officeart/2005/8/layout/vList2"/>
    <dgm:cxn modelId="{5CD3FCB4-BBC6-4E49-B0B1-EB3437A35744}" srcId="{FE650DA4-2F7E-4E56-A193-B6837620488C}" destId="{0DB592C2-473E-4F75-B2C4-F03B16DFC201}" srcOrd="4" destOrd="0" parTransId="{2B6405FC-AE79-47D0-A5CF-6BF930BD80CC}" sibTransId="{E2E27066-8A52-44C9-9161-1FB92E8DA4AA}"/>
    <dgm:cxn modelId="{4EB2FBB7-19D4-4997-B4F7-26D9B4079CB1}" type="presOf" srcId="{C4C0D4FC-8CAC-4CDA-8641-F9EDF17DC829}" destId="{6BC2490A-D354-446B-85D8-EB3A93058B64}" srcOrd="0" destOrd="0" presId="urn:microsoft.com/office/officeart/2005/8/layout/vList2"/>
    <dgm:cxn modelId="{9F4681B8-AA32-4829-8EEF-48C98B3A99F9}" srcId="{FE650DA4-2F7E-4E56-A193-B6837620488C}" destId="{C4C0D4FC-8CAC-4CDA-8641-F9EDF17DC829}" srcOrd="6" destOrd="0" parTransId="{8140560D-B8FB-4150-9950-3AECD2AE7F12}" sibTransId="{820738D9-A1D3-4769-BBE3-A4F0889027FF}"/>
    <dgm:cxn modelId="{A23219C1-2B4B-4FCD-99F7-E5B4B59C7D60}" type="presOf" srcId="{0DB592C2-473E-4F75-B2C4-F03B16DFC201}" destId="{972EEFB5-A8A5-4356-AF72-3A8CADAE1F00}" srcOrd="0" destOrd="0" presId="urn:microsoft.com/office/officeart/2005/8/layout/vList2"/>
    <dgm:cxn modelId="{5315B2E0-5A07-4C03-A441-37D2506AAAD7}" type="presParOf" srcId="{0A59D80B-CBE0-4D33-A4FC-039A153B0D0E}" destId="{3585AE3D-007B-42CC-A9D4-8E1B6E53CE76}" srcOrd="0" destOrd="0" presId="urn:microsoft.com/office/officeart/2005/8/layout/vList2"/>
    <dgm:cxn modelId="{0361764B-63C4-4D4C-8A1D-705BE9C224FE}" type="presParOf" srcId="{0A59D80B-CBE0-4D33-A4FC-039A153B0D0E}" destId="{9CA42F82-2BF1-4D46-89D6-50C20B643BEF}" srcOrd="1" destOrd="0" presId="urn:microsoft.com/office/officeart/2005/8/layout/vList2"/>
    <dgm:cxn modelId="{5EC60C22-CA18-4375-8CA7-4BE7BFFA2B87}" type="presParOf" srcId="{0A59D80B-CBE0-4D33-A4FC-039A153B0D0E}" destId="{E0C77F73-3D77-48C2-ACC8-70EEB9F5E92C}" srcOrd="2" destOrd="0" presId="urn:microsoft.com/office/officeart/2005/8/layout/vList2"/>
    <dgm:cxn modelId="{7AA1172A-71F2-462E-A751-BB0AB119141E}" type="presParOf" srcId="{0A59D80B-CBE0-4D33-A4FC-039A153B0D0E}" destId="{B0C8B20C-A0C4-411C-B4CC-58B00A1F5A6E}" srcOrd="3" destOrd="0" presId="urn:microsoft.com/office/officeart/2005/8/layout/vList2"/>
    <dgm:cxn modelId="{E819C15F-8825-472D-B168-F3E11EAFCA0B}" type="presParOf" srcId="{0A59D80B-CBE0-4D33-A4FC-039A153B0D0E}" destId="{0073D598-A779-4400-B4C0-F922519D5250}" srcOrd="4" destOrd="0" presId="urn:microsoft.com/office/officeart/2005/8/layout/vList2"/>
    <dgm:cxn modelId="{FAA469C0-5842-437D-A215-0C281B39A968}" type="presParOf" srcId="{0A59D80B-CBE0-4D33-A4FC-039A153B0D0E}" destId="{788796C8-E991-4C38-8008-3BDFC3BEA94F}" srcOrd="5" destOrd="0" presId="urn:microsoft.com/office/officeart/2005/8/layout/vList2"/>
    <dgm:cxn modelId="{90270FE8-1215-421C-B03F-9930083045ED}" type="presParOf" srcId="{0A59D80B-CBE0-4D33-A4FC-039A153B0D0E}" destId="{5154E3D5-6740-46B1-87A6-1C58BC31B82C}" srcOrd="6" destOrd="0" presId="urn:microsoft.com/office/officeart/2005/8/layout/vList2"/>
    <dgm:cxn modelId="{10303209-CA7D-4A11-AADE-6F594A822A32}" type="presParOf" srcId="{0A59D80B-CBE0-4D33-A4FC-039A153B0D0E}" destId="{FD6ACEC8-D94F-4761-B544-96AD0AAF681E}" srcOrd="7" destOrd="0" presId="urn:microsoft.com/office/officeart/2005/8/layout/vList2"/>
    <dgm:cxn modelId="{61D1687B-92DC-49A4-88A6-B3477384892C}" type="presParOf" srcId="{0A59D80B-CBE0-4D33-A4FC-039A153B0D0E}" destId="{972EEFB5-A8A5-4356-AF72-3A8CADAE1F00}" srcOrd="8" destOrd="0" presId="urn:microsoft.com/office/officeart/2005/8/layout/vList2"/>
    <dgm:cxn modelId="{28C1314D-7C1B-48A7-9960-C5494E482228}" type="presParOf" srcId="{0A59D80B-CBE0-4D33-A4FC-039A153B0D0E}" destId="{A0BE21F2-98A8-4157-8658-EFBBA8EC992A}" srcOrd="9" destOrd="0" presId="urn:microsoft.com/office/officeart/2005/8/layout/vList2"/>
    <dgm:cxn modelId="{C25FBA8B-194A-4DB5-B425-129DDD6B6D29}" type="presParOf" srcId="{0A59D80B-CBE0-4D33-A4FC-039A153B0D0E}" destId="{16B6270D-B925-4666-9DF2-87BB7B1753E1}" srcOrd="10" destOrd="0" presId="urn:microsoft.com/office/officeart/2005/8/layout/vList2"/>
    <dgm:cxn modelId="{CCA102A0-A6E4-43A0-9A8F-590787C0A1B8}" type="presParOf" srcId="{0A59D80B-CBE0-4D33-A4FC-039A153B0D0E}" destId="{CBBC0563-DEEE-4620-BC44-26C253C22ED0}" srcOrd="11" destOrd="0" presId="urn:microsoft.com/office/officeart/2005/8/layout/vList2"/>
    <dgm:cxn modelId="{A8F6B01B-28BD-4108-B2F2-97FE8E13A569}" type="presParOf" srcId="{0A59D80B-CBE0-4D33-A4FC-039A153B0D0E}" destId="{6BC2490A-D354-446B-85D8-EB3A93058B64}" srcOrd="12" destOrd="0" presId="urn:microsoft.com/office/officeart/2005/8/layout/vList2"/>
  </dgm:cxnLst>
  <dgm:bg/>
  <dgm:whole>
    <a:ln w="28575" cap="flat" cmpd="sng" algn="ctr">
      <a:solidFill>
        <a:srgbClr val="0000FF"/>
      </a:solidFill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F4EEBE-4F93-47AF-A6F4-EFE42A13D919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61D7478-7860-4F22-80AB-C9E84F4149D2}">
      <dgm:prSet/>
      <dgm:spPr/>
      <dgm:t>
        <a:bodyPr/>
        <a:lstStyle/>
        <a:p>
          <a:pPr algn="ctr"/>
          <a:r>
            <a:rPr lang="de-DE" dirty="0"/>
            <a:t>=== Linear Regression === </a:t>
          </a:r>
          <a:endParaRPr lang="en-US" dirty="0"/>
        </a:p>
      </dgm:t>
    </dgm:pt>
    <dgm:pt modelId="{4E658ADC-5A3A-4312-8B04-031AE8301123}" type="parTrans" cxnId="{2CD9D5CF-1C90-44A0-A356-04E1BA821A4A}">
      <dgm:prSet/>
      <dgm:spPr/>
      <dgm:t>
        <a:bodyPr/>
        <a:lstStyle/>
        <a:p>
          <a:endParaRPr lang="en-US"/>
        </a:p>
      </dgm:t>
    </dgm:pt>
    <dgm:pt modelId="{6F8DD2C9-ACFC-4292-B4E0-CC38FFB15556}" type="sibTrans" cxnId="{2CD9D5CF-1C90-44A0-A356-04E1BA821A4A}">
      <dgm:prSet/>
      <dgm:spPr/>
      <dgm:t>
        <a:bodyPr/>
        <a:lstStyle/>
        <a:p>
          <a:endParaRPr lang="en-US"/>
        </a:p>
      </dgm:t>
    </dgm:pt>
    <dgm:pt modelId="{B9939E6D-EBA9-4267-BE2B-1011EBEF9596}">
      <dgm:prSet/>
      <dgm:spPr/>
      <dgm:t>
        <a:bodyPr/>
        <a:lstStyle/>
        <a:p>
          <a:r>
            <a:rPr lang="de-DE"/>
            <a:t>RMSE (Test) = 11066.15 </a:t>
          </a:r>
          <a:endParaRPr lang="en-US"/>
        </a:p>
      </dgm:t>
    </dgm:pt>
    <dgm:pt modelId="{8C0471F1-1A25-4B2E-96B8-7F34902D024F}" type="parTrans" cxnId="{AF371849-2E43-4B7F-8367-020B7CA52B20}">
      <dgm:prSet/>
      <dgm:spPr/>
      <dgm:t>
        <a:bodyPr/>
        <a:lstStyle/>
        <a:p>
          <a:endParaRPr lang="en-US"/>
        </a:p>
      </dgm:t>
    </dgm:pt>
    <dgm:pt modelId="{B6FFB59B-8547-4EC0-B43B-A147BFAFF687}" type="sibTrans" cxnId="{AF371849-2E43-4B7F-8367-020B7CA52B20}">
      <dgm:prSet/>
      <dgm:spPr/>
      <dgm:t>
        <a:bodyPr/>
        <a:lstStyle/>
        <a:p>
          <a:endParaRPr lang="en-US"/>
        </a:p>
      </dgm:t>
    </dgm:pt>
    <dgm:pt modelId="{EE49D953-156C-417A-8A8C-0A2D9DFD49A9}">
      <dgm:prSet/>
      <dgm:spPr/>
      <dgm:t>
        <a:bodyPr/>
        <a:lstStyle/>
        <a:p>
          <a:r>
            <a:rPr lang="de-DE"/>
            <a:t>R² Train = 0.760 </a:t>
          </a:r>
          <a:endParaRPr lang="en-US"/>
        </a:p>
      </dgm:t>
    </dgm:pt>
    <dgm:pt modelId="{A83BD558-5BCA-4158-B801-5A16CC1771B2}" type="parTrans" cxnId="{DEA06025-4F31-4C84-86C6-591A3EF871C9}">
      <dgm:prSet/>
      <dgm:spPr/>
      <dgm:t>
        <a:bodyPr/>
        <a:lstStyle/>
        <a:p>
          <a:endParaRPr lang="en-US"/>
        </a:p>
      </dgm:t>
    </dgm:pt>
    <dgm:pt modelId="{C3C13B51-69B7-42D8-8426-EBF850A23EE0}" type="sibTrans" cxnId="{DEA06025-4F31-4C84-86C6-591A3EF871C9}">
      <dgm:prSet/>
      <dgm:spPr/>
      <dgm:t>
        <a:bodyPr/>
        <a:lstStyle/>
        <a:p>
          <a:endParaRPr lang="en-US"/>
        </a:p>
      </dgm:t>
    </dgm:pt>
    <dgm:pt modelId="{4BF38D8D-43A8-4504-B0B6-6DD73902CFE4}">
      <dgm:prSet/>
      <dgm:spPr/>
      <dgm:t>
        <a:bodyPr/>
        <a:lstStyle/>
        <a:p>
          <a:r>
            <a:rPr lang="de-DE"/>
            <a:t>R² Test = 0.755</a:t>
          </a:r>
          <a:endParaRPr lang="en-US"/>
        </a:p>
      </dgm:t>
    </dgm:pt>
    <dgm:pt modelId="{F4A08AC9-4CB8-4D86-972D-A2C831FD14EF}" type="parTrans" cxnId="{044C7BD5-53E5-400D-BF71-A90B4D27279B}">
      <dgm:prSet/>
      <dgm:spPr/>
      <dgm:t>
        <a:bodyPr/>
        <a:lstStyle/>
        <a:p>
          <a:endParaRPr lang="en-US"/>
        </a:p>
      </dgm:t>
    </dgm:pt>
    <dgm:pt modelId="{184022AE-6495-46F4-A9B8-10008DE4F8C6}" type="sibTrans" cxnId="{044C7BD5-53E5-400D-BF71-A90B4D27279B}">
      <dgm:prSet/>
      <dgm:spPr/>
      <dgm:t>
        <a:bodyPr/>
        <a:lstStyle/>
        <a:p>
          <a:endParaRPr lang="en-US"/>
        </a:p>
      </dgm:t>
    </dgm:pt>
    <dgm:pt modelId="{2ACED4A5-5A44-447E-8393-BEAC2C4BAB5C}">
      <dgm:prSet/>
      <dgm:spPr/>
      <dgm:t>
        <a:bodyPr/>
        <a:lstStyle/>
        <a:p>
          <a:pPr algn="ctr"/>
          <a:r>
            <a:rPr lang="de-DE" dirty="0"/>
            <a:t>=== Ridge Regression === </a:t>
          </a:r>
          <a:endParaRPr lang="en-US" dirty="0"/>
        </a:p>
      </dgm:t>
    </dgm:pt>
    <dgm:pt modelId="{6C5ED8A5-BCE7-4BC4-A48C-EB6944B92FDD}" type="parTrans" cxnId="{971B296D-C123-4541-87D4-BC173C5E3488}">
      <dgm:prSet/>
      <dgm:spPr/>
      <dgm:t>
        <a:bodyPr/>
        <a:lstStyle/>
        <a:p>
          <a:endParaRPr lang="en-US"/>
        </a:p>
      </dgm:t>
    </dgm:pt>
    <dgm:pt modelId="{78A72E84-B703-455F-A438-2F44398C0B05}" type="sibTrans" cxnId="{971B296D-C123-4541-87D4-BC173C5E3488}">
      <dgm:prSet/>
      <dgm:spPr/>
      <dgm:t>
        <a:bodyPr/>
        <a:lstStyle/>
        <a:p>
          <a:endParaRPr lang="en-US"/>
        </a:p>
      </dgm:t>
    </dgm:pt>
    <dgm:pt modelId="{2844C0C6-E372-4F11-9062-621E066361EA}">
      <dgm:prSet/>
      <dgm:spPr/>
      <dgm:t>
        <a:bodyPr/>
        <a:lstStyle/>
        <a:p>
          <a:r>
            <a:rPr lang="de-DE"/>
            <a:t>RMSE (Test) = 11067.99 </a:t>
          </a:r>
          <a:endParaRPr lang="en-US"/>
        </a:p>
      </dgm:t>
    </dgm:pt>
    <dgm:pt modelId="{8A4C80D8-9BCA-4453-9BF7-CBC489181559}" type="parTrans" cxnId="{576A4BDC-C68D-4FBC-809C-C30A892535A9}">
      <dgm:prSet/>
      <dgm:spPr/>
      <dgm:t>
        <a:bodyPr/>
        <a:lstStyle/>
        <a:p>
          <a:endParaRPr lang="en-US"/>
        </a:p>
      </dgm:t>
    </dgm:pt>
    <dgm:pt modelId="{D17227D0-205F-48C6-BFC0-2AD0A8B19F93}" type="sibTrans" cxnId="{576A4BDC-C68D-4FBC-809C-C30A892535A9}">
      <dgm:prSet/>
      <dgm:spPr/>
      <dgm:t>
        <a:bodyPr/>
        <a:lstStyle/>
        <a:p>
          <a:endParaRPr lang="en-US"/>
        </a:p>
      </dgm:t>
    </dgm:pt>
    <dgm:pt modelId="{4E5FEA77-F816-4BD4-9EC9-6A59873573B3}">
      <dgm:prSet/>
      <dgm:spPr/>
      <dgm:t>
        <a:bodyPr/>
        <a:lstStyle/>
        <a:p>
          <a:r>
            <a:rPr lang="de-DE"/>
            <a:t>R² Train = 0.760 </a:t>
          </a:r>
          <a:endParaRPr lang="en-US"/>
        </a:p>
      </dgm:t>
    </dgm:pt>
    <dgm:pt modelId="{7336084E-19C8-4D1C-8BC4-8E5FE1209369}" type="parTrans" cxnId="{2D755D59-42FC-4EDD-83F7-CD28651865F3}">
      <dgm:prSet/>
      <dgm:spPr/>
      <dgm:t>
        <a:bodyPr/>
        <a:lstStyle/>
        <a:p>
          <a:endParaRPr lang="en-US"/>
        </a:p>
      </dgm:t>
    </dgm:pt>
    <dgm:pt modelId="{73822667-062A-4ADC-B17C-2A1E22ECC766}" type="sibTrans" cxnId="{2D755D59-42FC-4EDD-83F7-CD28651865F3}">
      <dgm:prSet/>
      <dgm:spPr/>
      <dgm:t>
        <a:bodyPr/>
        <a:lstStyle/>
        <a:p>
          <a:endParaRPr lang="en-US"/>
        </a:p>
      </dgm:t>
    </dgm:pt>
    <dgm:pt modelId="{55E7FBDC-4BC4-4FC9-8667-F61D22E3341E}">
      <dgm:prSet/>
      <dgm:spPr/>
      <dgm:t>
        <a:bodyPr/>
        <a:lstStyle/>
        <a:p>
          <a:r>
            <a:rPr lang="de-DE"/>
            <a:t>R² Test = 0.755 </a:t>
          </a:r>
          <a:endParaRPr lang="en-US"/>
        </a:p>
      </dgm:t>
    </dgm:pt>
    <dgm:pt modelId="{7FF46514-11A0-4A17-A219-CEA83618D0BC}" type="parTrans" cxnId="{B2D62379-70A0-400C-879B-909A37BC45B9}">
      <dgm:prSet/>
      <dgm:spPr/>
      <dgm:t>
        <a:bodyPr/>
        <a:lstStyle/>
        <a:p>
          <a:endParaRPr lang="en-US"/>
        </a:p>
      </dgm:t>
    </dgm:pt>
    <dgm:pt modelId="{71E090B2-1906-444A-BDF5-053BBAA505AB}" type="sibTrans" cxnId="{B2D62379-70A0-400C-879B-909A37BC45B9}">
      <dgm:prSet/>
      <dgm:spPr/>
      <dgm:t>
        <a:bodyPr/>
        <a:lstStyle/>
        <a:p>
          <a:endParaRPr lang="en-US"/>
        </a:p>
      </dgm:t>
    </dgm:pt>
    <dgm:pt modelId="{DA99109A-6C8E-49ED-B0EA-631CBA07BBA7}">
      <dgm:prSet/>
      <dgm:spPr/>
      <dgm:t>
        <a:bodyPr/>
        <a:lstStyle/>
        <a:p>
          <a:pPr algn="ctr"/>
          <a:r>
            <a:rPr lang="de-DE" dirty="0"/>
            <a:t>=== Lasso Regression === </a:t>
          </a:r>
          <a:endParaRPr lang="en-US" dirty="0"/>
        </a:p>
      </dgm:t>
    </dgm:pt>
    <dgm:pt modelId="{0C53BD49-F801-4658-B508-BB4C05F387EE}" type="parTrans" cxnId="{1D9E08B6-CDB4-4325-9C59-33B45F969D9F}">
      <dgm:prSet/>
      <dgm:spPr/>
      <dgm:t>
        <a:bodyPr/>
        <a:lstStyle/>
        <a:p>
          <a:endParaRPr lang="en-US"/>
        </a:p>
      </dgm:t>
    </dgm:pt>
    <dgm:pt modelId="{944E032F-33CC-43CB-A513-527F1AF61412}" type="sibTrans" cxnId="{1D9E08B6-CDB4-4325-9C59-33B45F969D9F}">
      <dgm:prSet/>
      <dgm:spPr/>
      <dgm:t>
        <a:bodyPr/>
        <a:lstStyle/>
        <a:p>
          <a:endParaRPr lang="en-US"/>
        </a:p>
      </dgm:t>
    </dgm:pt>
    <dgm:pt modelId="{4338F4B1-6B9C-4464-9AA7-A36234E99949}">
      <dgm:prSet/>
      <dgm:spPr/>
      <dgm:t>
        <a:bodyPr/>
        <a:lstStyle/>
        <a:p>
          <a:r>
            <a:rPr lang="de-DE"/>
            <a:t>RMSE (Test) = 11066.15 </a:t>
          </a:r>
          <a:endParaRPr lang="en-US"/>
        </a:p>
      </dgm:t>
    </dgm:pt>
    <dgm:pt modelId="{63AB84A0-0643-4DA8-9650-40167C67D18A}" type="parTrans" cxnId="{E6B38E80-9C27-4A0F-9DC3-D795472B368B}">
      <dgm:prSet/>
      <dgm:spPr/>
      <dgm:t>
        <a:bodyPr/>
        <a:lstStyle/>
        <a:p>
          <a:endParaRPr lang="en-US"/>
        </a:p>
      </dgm:t>
    </dgm:pt>
    <dgm:pt modelId="{4B82AC6C-F192-44F3-92AB-565C365EFF4B}" type="sibTrans" cxnId="{E6B38E80-9C27-4A0F-9DC3-D795472B368B}">
      <dgm:prSet/>
      <dgm:spPr/>
      <dgm:t>
        <a:bodyPr/>
        <a:lstStyle/>
        <a:p>
          <a:endParaRPr lang="en-US"/>
        </a:p>
      </dgm:t>
    </dgm:pt>
    <dgm:pt modelId="{8F673E47-9980-4D76-A2AB-DE3596C5D23A}">
      <dgm:prSet/>
      <dgm:spPr/>
      <dgm:t>
        <a:bodyPr/>
        <a:lstStyle/>
        <a:p>
          <a:r>
            <a:rPr lang="de-DE"/>
            <a:t>R² Train = 0.760 </a:t>
          </a:r>
          <a:endParaRPr lang="en-US"/>
        </a:p>
      </dgm:t>
    </dgm:pt>
    <dgm:pt modelId="{9C5055BE-22D4-41F6-8D58-30E846C2C398}" type="parTrans" cxnId="{1F27533B-CD85-437A-85F5-634E6AFFA464}">
      <dgm:prSet/>
      <dgm:spPr/>
      <dgm:t>
        <a:bodyPr/>
        <a:lstStyle/>
        <a:p>
          <a:endParaRPr lang="en-US"/>
        </a:p>
      </dgm:t>
    </dgm:pt>
    <dgm:pt modelId="{4C264FDE-F815-4A6C-BC76-A923B7A96EB6}" type="sibTrans" cxnId="{1F27533B-CD85-437A-85F5-634E6AFFA464}">
      <dgm:prSet/>
      <dgm:spPr/>
      <dgm:t>
        <a:bodyPr/>
        <a:lstStyle/>
        <a:p>
          <a:endParaRPr lang="en-US"/>
        </a:p>
      </dgm:t>
    </dgm:pt>
    <dgm:pt modelId="{62FCACC7-6193-4B86-AB4D-5A139D2386F8}">
      <dgm:prSet/>
      <dgm:spPr/>
      <dgm:t>
        <a:bodyPr/>
        <a:lstStyle/>
        <a:p>
          <a:r>
            <a:rPr lang="de-DE"/>
            <a:t>R² Test = 0.755</a:t>
          </a:r>
          <a:endParaRPr lang="en-US"/>
        </a:p>
      </dgm:t>
    </dgm:pt>
    <dgm:pt modelId="{8B889282-02A7-489B-B472-43DD5856B252}" type="parTrans" cxnId="{293D811F-4A00-4A3C-8602-52C45690FC03}">
      <dgm:prSet/>
      <dgm:spPr/>
      <dgm:t>
        <a:bodyPr/>
        <a:lstStyle/>
        <a:p>
          <a:endParaRPr lang="en-US"/>
        </a:p>
      </dgm:t>
    </dgm:pt>
    <dgm:pt modelId="{6EADC1D3-FB2A-4E2A-A8AF-50428707EBF4}" type="sibTrans" cxnId="{293D811F-4A00-4A3C-8602-52C45690FC03}">
      <dgm:prSet/>
      <dgm:spPr/>
      <dgm:t>
        <a:bodyPr/>
        <a:lstStyle/>
        <a:p>
          <a:endParaRPr lang="en-US"/>
        </a:p>
      </dgm:t>
    </dgm:pt>
    <dgm:pt modelId="{82C85EFE-A8CA-41C5-95D1-5A4469663EAC}" type="pres">
      <dgm:prSet presAssocID="{0BF4EEBE-4F93-47AF-A6F4-EFE42A13D919}" presName="vert0" presStyleCnt="0">
        <dgm:presLayoutVars>
          <dgm:dir/>
          <dgm:animOne val="branch"/>
          <dgm:animLvl val="lvl"/>
        </dgm:presLayoutVars>
      </dgm:prSet>
      <dgm:spPr/>
    </dgm:pt>
    <dgm:pt modelId="{D43763CB-DB99-4FE3-84B7-F28AD612F318}" type="pres">
      <dgm:prSet presAssocID="{461D7478-7860-4F22-80AB-C9E84F4149D2}" presName="thickLine" presStyleLbl="alignNode1" presStyleIdx="0" presStyleCnt="12"/>
      <dgm:spPr/>
    </dgm:pt>
    <dgm:pt modelId="{B1AD5E66-88DF-4E5E-8C60-A2959EC85BB3}" type="pres">
      <dgm:prSet presAssocID="{461D7478-7860-4F22-80AB-C9E84F4149D2}" presName="horz1" presStyleCnt="0"/>
      <dgm:spPr/>
    </dgm:pt>
    <dgm:pt modelId="{B840871F-43B0-4E6D-983E-0C3E648AA697}" type="pres">
      <dgm:prSet presAssocID="{461D7478-7860-4F22-80AB-C9E84F4149D2}" presName="tx1" presStyleLbl="revTx" presStyleIdx="0" presStyleCnt="12"/>
      <dgm:spPr/>
    </dgm:pt>
    <dgm:pt modelId="{CF5759B0-A000-465F-BF24-CB9D95B03D6F}" type="pres">
      <dgm:prSet presAssocID="{461D7478-7860-4F22-80AB-C9E84F4149D2}" presName="vert1" presStyleCnt="0"/>
      <dgm:spPr/>
    </dgm:pt>
    <dgm:pt modelId="{BEA73F25-4ED6-4548-AA4A-49C3F8DCE217}" type="pres">
      <dgm:prSet presAssocID="{B9939E6D-EBA9-4267-BE2B-1011EBEF9596}" presName="thickLine" presStyleLbl="alignNode1" presStyleIdx="1" presStyleCnt="12"/>
      <dgm:spPr/>
    </dgm:pt>
    <dgm:pt modelId="{C9661831-27BC-41CD-876A-4EC530223AD4}" type="pres">
      <dgm:prSet presAssocID="{B9939E6D-EBA9-4267-BE2B-1011EBEF9596}" presName="horz1" presStyleCnt="0"/>
      <dgm:spPr/>
    </dgm:pt>
    <dgm:pt modelId="{BAD8FED5-4146-4C11-A92D-168B63BECE20}" type="pres">
      <dgm:prSet presAssocID="{B9939E6D-EBA9-4267-BE2B-1011EBEF9596}" presName="tx1" presStyleLbl="revTx" presStyleIdx="1" presStyleCnt="12"/>
      <dgm:spPr/>
    </dgm:pt>
    <dgm:pt modelId="{0B8AD1A0-9954-4EDD-A174-3FA3BE9663D1}" type="pres">
      <dgm:prSet presAssocID="{B9939E6D-EBA9-4267-BE2B-1011EBEF9596}" presName="vert1" presStyleCnt="0"/>
      <dgm:spPr/>
    </dgm:pt>
    <dgm:pt modelId="{18E8D07F-3070-463B-A8B5-6769E6E368DA}" type="pres">
      <dgm:prSet presAssocID="{EE49D953-156C-417A-8A8C-0A2D9DFD49A9}" presName="thickLine" presStyleLbl="alignNode1" presStyleIdx="2" presStyleCnt="12"/>
      <dgm:spPr/>
    </dgm:pt>
    <dgm:pt modelId="{87720122-A1B4-4A3F-89A8-AE0C11ED42C7}" type="pres">
      <dgm:prSet presAssocID="{EE49D953-156C-417A-8A8C-0A2D9DFD49A9}" presName="horz1" presStyleCnt="0"/>
      <dgm:spPr/>
    </dgm:pt>
    <dgm:pt modelId="{415E7BC1-8A91-49E8-8D23-13011C669C4F}" type="pres">
      <dgm:prSet presAssocID="{EE49D953-156C-417A-8A8C-0A2D9DFD49A9}" presName="tx1" presStyleLbl="revTx" presStyleIdx="2" presStyleCnt="12"/>
      <dgm:spPr/>
    </dgm:pt>
    <dgm:pt modelId="{37016BE5-3F53-4E2B-9FAC-04DC3BDE957C}" type="pres">
      <dgm:prSet presAssocID="{EE49D953-156C-417A-8A8C-0A2D9DFD49A9}" presName="vert1" presStyleCnt="0"/>
      <dgm:spPr/>
    </dgm:pt>
    <dgm:pt modelId="{BE3AE744-68CD-431D-B86B-6FCA0FA76A2D}" type="pres">
      <dgm:prSet presAssocID="{4BF38D8D-43A8-4504-B0B6-6DD73902CFE4}" presName="thickLine" presStyleLbl="alignNode1" presStyleIdx="3" presStyleCnt="12"/>
      <dgm:spPr/>
    </dgm:pt>
    <dgm:pt modelId="{5F3790E0-57DD-42FA-BD8F-AE3EE89FE7A7}" type="pres">
      <dgm:prSet presAssocID="{4BF38D8D-43A8-4504-B0B6-6DD73902CFE4}" presName="horz1" presStyleCnt="0"/>
      <dgm:spPr/>
    </dgm:pt>
    <dgm:pt modelId="{2EE9DB21-A0AF-425B-A17C-F6C1B71A723F}" type="pres">
      <dgm:prSet presAssocID="{4BF38D8D-43A8-4504-B0B6-6DD73902CFE4}" presName="tx1" presStyleLbl="revTx" presStyleIdx="3" presStyleCnt="12"/>
      <dgm:spPr/>
    </dgm:pt>
    <dgm:pt modelId="{6F40B708-F62B-44D2-8E2B-6138ED2A8050}" type="pres">
      <dgm:prSet presAssocID="{4BF38D8D-43A8-4504-B0B6-6DD73902CFE4}" presName="vert1" presStyleCnt="0"/>
      <dgm:spPr/>
    </dgm:pt>
    <dgm:pt modelId="{899D1E77-6761-4CCC-9378-A8CD97075BD4}" type="pres">
      <dgm:prSet presAssocID="{2ACED4A5-5A44-447E-8393-BEAC2C4BAB5C}" presName="thickLine" presStyleLbl="alignNode1" presStyleIdx="4" presStyleCnt="12"/>
      <dgm:spPr/>
    </dgm:pt>
    <dgm:pt modelId="{7375E233-6962-47A1-AB23-DA2B682549D9}" type="pres">
      <dgm:prSet presAssocID="{2ACED4A5-5A44-447E-8393-BEAC2C4BAB5C}" presName="horz1" presStyleCnt="0"/>
      <dgm:spPr/>
    </dgm:pt>
    <dgm:pt modelId="{7E4DF8EB-53DB-4EE9-BB12-E2BBF4EB8151}" type="pres">
      <dgm:prSet presAssocID="{2ACED4A5-5A44-447E-8393-BEAC2C4BAB5C}" presName="tx1" presStyleLbl="revTx" presStyleIdx="4" presStyleCnt="12"/>
      <dgm:spPr/>
    </dgm:pt>
    <dgm:pt modelId="{B9BD46C3-B641-4BE7-8DF0-C5991AF72497}" type="pres">
      <dgm:prSet presAssocID="{2ACED4A5-5A44-447E-8393-BEAC2C4BAB5C}" presName="vert1" presStyleCnt="0"/>
      <dgm:spPr/>
    </dgm:pt>
    <dgm:pt modelId="{9E0D8BE4-B180-4E18-A53D-39CAD7619559}" type="pres">
      <dgm:prSet presAssocID="{2844C0C6-E372-4F11-9062-621E066361EA}" presName="thickLine" presStyleLbl="alignNode1" presStyleIdx="5" presStyleCnt="12"/>
      <dgm:spPr/>
    </dgm:pt>
    <dgm:pt modelId="{0ACEE8E9-730C-4FAF-8885-1AC518E6662E}" type="pres">
      <dgm:prSet presAssocID="{2844C0C6-E372-4F11-9062-621E066361EA}" presName="horz1" presStyleCnt="0"/>
      <dgm:spPr/>
    </dgm:pt>
    <dgm:pt modelId="{374CBC23-D523-4CF0-A222-E3AD1B03CB90}" type="pres">
      <dgm:prSet presAssocID="{2844C0C6-E372-4F11-9062-621E066361EA}" presName="tx1" presStyleLbl="revTx" presStyleIdx="5" presStyleCnt="12"/>
      <dgm:spPr/>
    </dgm:pt>
    <dgm:pt modelId="{5D689D33-1C63-49B7-89CA-E070EA964F91}" type="pres">
      <dgm:prSet presAssocID="{2844C0C6-E372-4F11-9062-621E066361EA}" presName="vert1" presStyleCnt="0"/>
      <dgm:spPr/>
    </dgm:pt>
    <dgm:pt modelId="{070DF6B7-53B1-4A1D-9939-C9175928014B}" type="pres">
      <dgm:prSet presAssocID="{4E5FEA77-F816-4BD4-9EC9-6A59873573B3}" presName="thickLine" presStyleLbl="alignNode1" presStyleIdx="6" presStyleCnt="12"/>
      <dgm:spPr/>
    </dgm:pt>
    <dgm:pt modelId="{05F11F29-0CA2-4099-91F0-D835C27D723B}" type="pres">
      <dgm:prSet presAssocID="{4E5FEA77-F816-4BD4-9EC9-6A59873573B3}" presName="horz1" presStyleCnt="0"/>
      <dgm:spPr/>
    </dgm:pt>
    <dgm:pt modelId="{987518CF-921A-4018-B01D-FC0F699CC183}" type="pres">
      <dgm:prSet presAssocID="{4E5FEA77-F816-4BD4-9EC9-6A59873573B3}" presName="tx1" presStyleLbl="revTx" presStyleIdx="6" presStyleCnt="12"/>
      <dgm:spPr/>
    </dgm:pt>
    <dgm:pt modelId="{362C1DB8-D914-44DC-B393-E894CC631245}" type="pres">
      <dgm:prSet presAssocID="{4E5FEA77-F816-4BD4-9EC9-6A59873573B3}" presName="vert1" presStyleCnt="0"/>
      <dgm:spPr/>
    </dgm:pt>
    <dgm:pt modelId="{A9AA2CD4-1128-4462-9614-C76FC0AA7670}" type="pres">
      <dgm:prSet presAssocID="{55E7FBDC-4BC4-4FC9-8667-F61D22E3341E}" presName="thickLine" presStyleLbl="alignNode1" presStyleIdx="7" presStyleCnt="12"/>
      <dgm:spPr/>
    </dgm:pt>
    <dgm:pt modelId="{F151174E-B8C2-4617-90C9-D245A78E44F5}" type="pres">
      <dgm:prSet presAssocID="{55E7FBDC-4BC4-4FC9-8667-F61D22E3341E}" presName="horz1" presStyleCnt="0"/>
      <dgm:spPr/>
    </dgm:pt>
    <dgm:pt modelId="{F62E54CC-C3A7-414B-B14D-CAE521A36982}" type="pres">
      <dgm:prSet presAssocID="{55E7FBDC-4BC4-4FC9-8667-F61D22E3341E}" presName="tx1" presStyleLbl="revTx" presStyleIdx="7" presStyleCnt="12"/>
      <dgm:spPr/>
    </dgm:pt>
    <dgm:pt modelId="{B5808334-91DE-4F0A-ABEB-BFD24CEBFD17}" type="pres">
      <dgm:prSet presAssocID="{55E7FBDC-4BC4-4FC9-8667-F61D22E3341E}" presName="vert1" presStyleCnt="0"/>
      <dgm:spPr/>
    </dgm:pt>
    <dgm:pt modelId="{D6AFBF87-F78C-423D-89BF-80544FB326FF}" type="pres">
      <dgm:prSet presAssocID="{DA99109A-6C8E-49ED-B0EA-631CBA07BBA7}" presName="thickLine" presStyleLbl="alignNode1" presStyleIdx="8" presStyleCnt="12"/>
      <dgm:spPr/>
    </dgm:pt>
    <dgm:pt modelId="{51D41D7F-F08B-49FB-A9E0-D52454F806B8}" type="pres">
      <dgm:prSet presAssocID="{DA99109A-6C8E-49ED-B0EA-631CBA07BBA7}" presName="horz1" presStyleCnt="0"/>
      <dgm:spPr/>
    </dgm:pt>
    <dgm:pt modelId="{AFC9A8E6-18E8-4A5D-8A13-B7BF69F94A98}" type="pres">
      <dgm:prSet presAssocID="{DA99109A-6C8E-49ED-B0EA-631CBA07BBA7}" presName="tx1" presStyleLbl="revTx" presStyleIdx="8" presStyleCnt="12"/>
      <dgm:spPr/>
    </dgm:pt>
    <dgm:pt modelId="{79173592-3D34-4137-9647-84143DAE2BF3}" type="pres">
      <dgm:prSet presAssocID="{DA99109A-6C8E-49ED-B0EA-631CBA07BBA7}" presName="vert1" presStyleCnt="0"/>
      <dgm:spPr/>
    </dgm:pt>
    <dgm:pt modelId="{37EB2117-F8F9-4E7B-905C-AA3B17C3AF71}" type="pres">
      <dgm:prSet presAssocID="{4338F4B1-6B9C-4464-9AA7-A36234E99949}" presName="thickLine" presStyleLbl="alignNode1" presStyleIdx="9" presStyleCnt="12"/>
      <dgm:spPr/>
    </dgm:pt>
    <dgm:pt modelId="{834B6362-E9A5-4375-A6F1-915FA7C14BE7}" type="pres">
      <dgm:prSet presAssocID="{4338F4B1-6B9C-4464-9AA7-A36234E99949}" presName="horz1" presStyleCnt="0"/>
      <dgm:spPr/>
    </dgm:pt>
    <dgm:pt modelId="{2BFFA0B5-D6FB-4821-B591-D328C065B8D0}" type="pres">
      <dgm:prSet presAssocID="{4338F4B1-6B9C-4464-9AA7-A36234E99949}" presName="tx1" presStyleLbl="revTx" presStyleIdx="9" presStyleCnt="12"/>
      <dgm:spPr/>
    </dgm:pt>
    <dgm:pt modelId="{BA608EAD-FAAD-47A6-A1B3-4FBA4A5957D2}" type="pres">
      <dgm:prSet presAssocID="{4338F4B1-6B9C-4464-9AA7-A36234E99949}" presName="vert1" presStyleCnt="0"/>
      <dgm:spPr/>
    </dgm:pt>
    <dgm:pt modelId="{3E9C3C48-D81A-4519-A8E8-DEE23A28D316}" type="pres">
      <dgm:prSet presAssocID="{8F673E47-9980-4D76-A2AB-DE3596C5D23A}" presName="thickLine" presStyleLbl="alignNode1" presStyleIdx="10" presStyleCnt="12"/>
      <dgm:spPr/>
    </dgm:pt>
    <dgm:pt modelId="{00058BEE-999D-40C3-ACC9-4BFFCE8FE989}" type="pres">
      <dgm:prSet presAssocID="{8F673E47-9980-4D76-A2AB-DE3596C5D23A}" presName="horz1" presStyleCnt="0"/>
      <dgm:spPr/>
    </dgm:pt>
    <dgm:pt modelId="{95F73D3F-3758-4D8E-B9CA-A752C82D0F8D}" type="pres">
      <dgm:prSet presAssocID="{8F673E47-9980-4D76-A2AB-DE3596C5D23A}" presName="tx1" presStyleLbl="revTx" presStyleIdx="10" presStyleCnt="12"/>
      <dgm:spPr/>
    </dgm:pt>
    <dgm:pt modelId="{67652A41-85D5-4DFE-AF1D-704814C72CDC}" type="pres">
      <dgm:prSet presAssocID="{8F673E47-9980-4D76-A2AB-DE3596C5D23A}" presName="vert1" presStyleCnt="0"/>
      <dgm:spPr/>
    </dgm:pt>
    <dgm:pt modelId="{73799890-F2D4-41C0-9BB4-A6470604E018}" type="pres">
      <dgm:prSet presAssocID="{62FCACC7-6193-4B86-AB4D-5A139D2386F8}" presName="thickLine" presStyleLbl="alignNode1" presStyleIdx="11" presStyleCnt="12"/>
      <dgm:spPr/>
    </dgm:pt>
    <dgm:pt modelId="{DB621A69-9106-4257-A14D-2DEE7CC84A04}" type="pres">
      <dgm:prSet presAssocID="{62FCACC7-6193-4B86-AB4D-5A139D2386F8}" presName="horz1" presStyleCnt="0"/>
      <dgm:spPr/>
    </dgm:pt>
    <dgm:pt modelId="{D2709766-DBC1-42FC-B264-79240B9F1934}" type="pres">
      <dgm:prSet presAssocID="{62FCACC7-6193-4B86-AB4D-5A139D2386F8}" presName="tx1" presStyleLbl="revTx" presStyleIdx="11" presStyleCnt="12"/>
      <dgm:spPr/>
    </dgm:pt>
    <dgm:pt modelId="{2A3B74FE-7012-4F56-B40E-A7C66E3C5672}" type="pres">
      <dgm:prSet presAssocID="{62FCACC7-6193-4B86-AB4D-5A139D2386F8}" presName="vert1" presStyleCnt="0"/>
      <dgm:spPr/>
    </dgm:pt>
  </dgm:ptLst>
  <dgm:cxnLst>
    <dgm:cxn modelId="{293D811F-4A00-4A3C-8602-52C45690FC03}" srcId="{0BF4EEBE-4F93-47AF-A6F4-EFE42A13D919}" destId="{62FCACC7-6193-4B86-AB4D-5A139D2386F8}" srcOrd="11" destOrd="0" parTransId="{8B889282-02A7-489B-B472-43DD5856B252}" sibTransId="{6EADC1D3-FB2A-4E2A-A8AF-50428707EBF4}"/>
    <dgm:cxn modelId="{DEA06025-4F31-4C84-86C6-591A3EF871C9}" srcId="{0BF4EEBE-4F93-47AF-A6F4-EFE42A13D919}" destId="{EE49D953-156C-417A-8A8C-0A2D9DFD49A9}" srcOrd="2" destOrd="0" parTransId="{A83BD558-5BCA-4158-B801-5A16CC1771B2}" sibTransId="{C3C13B51-69B7-42D8-8426-EBF850A23EE0}"/>
    <dgm:cxn modelId="{59E30934-B101-4C8E-A606-0C11BA2644F2}" type="presOf" srcId="{B9939E6D-EBA9-4267-BE2B-1011EBEF9596}" destId="{BAD8FED5-4146-4C11-A92D-168B63BECE20}" srcOrd="0" destOrd="0" presId="urn:microsoft.com/office/officeart/2008/layout/LinedList"/>
    <dgm:cxn modelId="{361CB734-F086-4293-8F32-3CED03146089}" type="presOf" srcId="{461D7478-7860-4F22-80AB-C9E84F4149D2}" destId="{B840871F-43B0-4E6D-983E-0C3E648AA697}" srcOrd="0" destOrd="0" presId="urn:microsoft.com/office/officeart/2008/layout/LinedList"/>
    <dgm:cxn modelId="{1F27533B-CD85-437A-85F5-634E6AFFA464}" srcId="{0BF4EEBE-4F93-47AF-A6F4-EFE42A13D919}" destId="{8F673E47-9980-4D76-A2AB-DE3596C5D23A}" srcOrd="10" destOrd="0" parTransId="{9C5055BE-22D4-41F6-8D58-30E846C2C398}" sibTransId="{4C264FDE-F815-4A6C-BC76-A923B7A96EB6}"/>
    <dgm:cxn modelId="{16CD1A3D-392C-4503-AE60-9A83F5655B1B}" type="presOf" srcId="{0BF4EEBE-4F93-47AF-A6F4-EFE42A13D919}" destId="{82C85EFE-A8CA-41C5-95D1-5A4469663EAC}" srcOrd="0" destOrd="0" presId="urn:microsoft.com/office/officeart/2008/layout/LinedList"/>
    <dgm:cxn modelId="{AF371849-2E43-4B7F-8367-020B7CA52B20}" srcId="{0BF4EEBE-4F93-47AF-A6F4-EFE42A13D919}" destId="{B9939E6D-EBA9-4267-BE2B-1011EBEF9596}" srcOrd="1" destOrd="0" parTransId="{8C0471F1-1A25-4B2E-96B8-7F34902D024F}" sibTransId="{B6FFB59B-8547-4EC0-B43B-A147BFAFF687}"/>
    <dgm:cxn modelId="{940F5C4B-F874-4627-BB7E-E3FB3037FAB0}" type="presOf" srcId="{62FCACC7-6193-4B86-AB4D-5A139D2386F8}" destId="{D2709766-DBC1-42FC-B264-79240B9F1934}" srcOrd="0" destOrd="0" presId="urn:microsoft.com/office/officeart/2008/layout/LinedList"/>
    <dgm:cxn modelId="{971B296D-C123-4541-87D4-BC173C5E3488}" srcId="{0BF4EEBE-4F93-47AF-A6F4-EFE42A13D919}" destId="{2ACED4A5-5A44-447E-8393-BEAC2C4BAB5C}" srcOrd="4" destOrd="0" parTransId="{6C5ED8A5-BCE7-4BC4-A48C-EB6944B92FDD}" sibTransId="{78A72E84-B703-455F-A438-2F44398C0B05}"/>
    <dgm:cxn modelId="{C50EDB6E-64D7-47CB-9C28-99B62760C803}" type="presOf" srcId="{8F673E47-9980-4D76-A2AB-DE3596C5D23A}" destId="{95F73D3F-3758-4D8E-B9CA-A752C82D0F8D}" srcOrd="0" destOrd="0" presId="urn:microsoft.com/office/officeart/2008/layout/LinedList"/>
    <dgm:cxn modelId="{2F888A4F-0D0B-4F7E-B8D2-D3C0D4366E69}" type="presOf" srcId="{4338F4B1-6B9C-4464-9AA7-A36234E99949}" destId="{2BFFA0B5-D6FB-4821-B591-D328C065B8D0}" srcOrd="0" destOrd="0" presId="urn:microsoft.com/office/officeart/2008/layout/LinedList"/>
    <dgm:cxn modelId="{F124B370-8AC2-46EE-9B31-2771E6BF21CA}" type="presOf" srcId="{EE49D953-156C-417A-8A8C-0A2D9DFD49A9}" destId="{415E7BC1-8A91-49E8-8D23-13011C669C4F}" srcOrd="0" destOrd="0" presId="urn:microsoft.com/office/officeart/2008/layout/LinedList"/>
    <dgm:cxn modelId="{64142775-DF66-4CC3-86DE-891B80EFCCD9}" type="presOf" srcId="{55E7FBDC-4BC4-4FC9-8667-F61D22E3341E}" destId="{F62E54CC-C3A7-414B-B14D-CAE521A36982}" srcOrd="0" destOrd="0" presId="urn:microsoft.com/office/officeart/2008/layout/LinedList"/>
    <dgm:cxn modelId="{B2D62379-70A0-400C-879B-909A37BC45B9}" srcId="{0BF4EEBE-4F93-47AF-A6F4-EFE42A13D919}" destId="{55E7FBDC-4BC4-4FC9-8667-F61D22E3341E}" srcOrd="7" destOrd="0" parTransId="{7FF46514-11A0-4A17-A219-CEA83618D0BC}" sibTransId="{71E090B2-1906-444A-BDF5-053BBAA505AB}"/>
    <dgm:cxn modelId="{2D755D59-42FC-4EDD-83F7-CD28651865F3}" srcId="{0BF4EEBE-4F93-47AF-A6F4-EFE42A13D919}" destId="{4E5FEA77-F816-4BD4-9EC9-6A59873573B3}" srcOrd="6" destOrd="0" parTransId="{7336084E-19C8-4D1C-8BC4-8E5FE1209369}" sibTransId="{73822667-062A-4ADC-B17C-2A1E22ECC766}"/>
    <dgm:cxn modelId="{E6B38E80-9C27-4A0F-9DC3-D795472B368B}" srcId="{0BF4EEBE-4F93-47AF-A6F4-EFE42A13D919}" destId="{4338F4B1-6B9C-4464-9AA7-A36234E99949}" srcOrd="9" destOrd="0" parTransId="{63AB84A0-0643-4DA8-9650-40167C67D18A}" sibTransId="{4B82AC6C-F192-44F3-92AB-565C365EFF4B}"/>
    <dgm:cxn modelId="{B0A6A885-DFD0-47A4-8AFD-6B9C3CDCF9D0}" type="presOf" srcId="{4E5FEA77-F816-4BD4-9EC9-6A59873573B3}" destId="{987518CF-921A-4018-B01D-FC0F699CC183}" srcOrd="0" destOrd="0" presId="urn:microsoft.com/office/officeart/2008/layout/LinedList"/>
    <dgm:cxn modelId="{1D9E08B6-CDB4-4325-9C59-33B45F969D9F}" srcId="{0BF4EEBE-4F93-47AF-A6F4-EFE42A13D919}" destId="{DA99109A-6C8E-49ED-B0EA-631CBA07BBA7}" srcOrd="8" destOrd="0" parTransId="{0C53BD49-F801-4658-B508-BB4C05F387EE}" sibTransId="{944E032F-33CC-43CB-A513-527F1AF61412}"/>
    <dgm:cxn modelId="{271DB3CC-6617-4023-92A9-5D0256C3D01F}" type="presOf" srcId="{2ACED4A5-5A44-447E-8393-BEAC2C4BAB5C}" destId="{7E4DF8EB-53DB-4EE9-BB12-E2BBF4EB8151}" srcOrd="0" destOrd="0" presId="urn:microsoft.com/office/officeart/2008/layout/LinedList"/>
    <dgm:cxn modelId="{2CD9D5CF-1C90-44A0-A356-04E1BA821A4A}" srcId="{0BF4EEBE-4F93-47AF-A6F4-EFE42A13D919}" destId="{461D7478-7860-4F22-80AB-C9E84F4149D2}" srcOrd="0" destOrd="0" parTransId="{4E658ADC-5A3A-4312-8B04-031AE8301123}" sibTransId="{6F8DD2C9-ACFC-4292-B4E0-CC38FFB15556}"/>
    <dgm:cxn modelId="{044C7BD5-53E5-400D-BF71-A90B4D27279B}" srcId="{0BF4EEBE-4F93-47AF-A6F4-EFE42A13D919}" destId="{4BF38D8D-43A8-4504-B0B6-6DD73902CFE4}" srcOrd="3" destOrd="0" parTransId="{F4A08AC9-4CB8-4D86-972D-A2C831FD14EF}" sibTransId="{184022AE-6495-46F4-A9B8-10008DE4F8C6}"/>
    <dgm:cxn modelId="{576A4BDC-C68D-4FBC-809C-C30A892535A9}" srcId="{0BF4EEBE-4F93-47AF-A6F4-EFE42A13D919}" destId="{2844C0C6-E372-4F11-9062-621E066361EA}" srcOrd="5" destOrd="0" parTransId="{8A4C80D8-9BCA-4453-9BF7-CBC489181559}" sibTransId="{D17227D0-205F-48C6-BFC0-2AD0A8B19F93}"/>
    <dgm:cxn modelId="{7D0238E3-6314-4AC6-88EE-B7B7913A1FF6}" type="presOf" srcId="{2844C0C6-E372-4F11-9062-621E066361EA}" destId="{374CBC23-D523-4CF0-A222-E3AD1B03CB90}" srcOrd="0" destOrd="0" presId="urn:microsoft.com/office/officeart/2008/layout/LinedList"/>
    <dgm:cxn modelId="{AE65DDE8-0B2D-411A-9FA0-6FBE87068A60}" type="presOf" srcId="{DA99109A-6C8E-49ED-B0EA-631CBA07BBA7}" destId="{AFC9A8E6-18E8-4A5D-8A13-B7BF69F94A98}" srcOrd="0" destOrd="0" presId="urn:microsoft.com/office/officeart/2008/layout/LinedList"/>
    <dgm:cxn modelId="{1DD9ABF5-0A81-4821-A78F-FAA6565D2FFD}" type="presOf" srcId="{4BF38D8D-43A8-4504-B0B6-6DD73902CFE4}" destId="{2EE9DB21-A0AF-425B-A17C-F6C1B71A723F}" srcOrd="0" destOrd="0" presId="urn:microsoft.com/office/officeart/2008/layout/LinedList"/>
    <dgm:cxn modelId="{3B6D7D85-EA9F-4F34-A46A-019910CA6873}" type="presParOf" srcId="{82C85EFE-A8CA-41C5-95D1-5A4469663EAC}" destId="{D43763CB-DB99-4FE3-84B7-F28AD612F318}" srcOrd="0" destOrd="0" presId="urn:microsoft.com/office/officeart/2008/layout/LinedList"/>
    <dgm:cxn modelId="{06127214-8BF6-4024-B4C6-096B5733F0D4}" type="presParOf" srcId="{82C85EFE-A8CA-41C5-95D1-5A4469663EAC}" destId="{B1AD5E66-88DF-4E5E-8C60-A2959EC85BB3}" srcOrd="1" destOrd="0" presId="urn:microsoft.com/office/officeart/2008/layout/LinedList"/>
    <dgm:cxn modelId="{66374145-5425-4FEA-8B30-0034CC38D90D}" type="presParOf" srcId="{B1AD5E66-88DF-4E5E-8C60-A2959EC85BB3}" destId="{B840871F-43B0-4E6D-983E-0C3E648AA697}" srcOrd="0" destOrd="0" presId="urn:microsoft.com/office/officeart/2008/layout/LinedList"/>
    <dgm:cxn modelId="{6603E008-B021-482F-B786-72772E0EA277}" type="presParOf" srcId="{B1AD5E66-88DF-4E5E-8C60-A2959EC85BB3}" destId="{CF5759B0-A000-465F-BF24-CB9D95B03D6F}" srcOrd="1" destOrd="0" presId="urn:microsoft.com/office/officeart/2008/layout/LinedList"/>
    <dgm:cxn modelId="{6BDC3C74-E495-4F81-9AC9-91F7DB86FC19}" type="presParOf" srcId="{82C85EFE-A8CA-41C5-95D1-5A4469663EAC}" destId="{BEA73F25-4ED6-4548-AA4A-49C3F8DCE217}" srcOrd="2" destOrd="0" presId="urn:microsoft.com/office/officeart/2008/layout/LinedList"/>
    <dgm:cxn modelId="{A3C279DF-B3DE-4E72-BA38-5CC13E7C49FD}" type="presParOf" srcId="{82C85EFE-A8CA-41C5-95D1-5A4469663EAC}" destId="{C9661831-27BC-41CD-876A-4EC530223AD4}" srcOrd="3" destOrd="0" presId="urn:microsoft.com/office/officeart/2008/layout/LinedList"/>
    <dgm:cxn modelId="{15AF07A9-DEA6-451D-AC2E-2B65B748B33B}" type="presParOf" srcId="{C9661831-27BC-41CD-876A-4EC530223AD4}" destId="{BAD8FED5-4146-4C11-A92D-168B63BECE20}" srcOrd="0" destOrd="0" presId="urn:microsoft.com/office/officeart/2008/layout/LinedList"/>
    <dgm:cxn modelId="{6064FA01-35B1-4511-88AB-A1980A7D86A4}" type="presParOf" srcId="{C9661831-27BC-41CD-876A-4EC530223AD4}" destId="{0B8AD1A0-9954-4EDD-A174-3FA3BE9663D1}" srcOrd="1" destOrd="0" presId="urn:microsoft.com/office/officeart/2008/layout/LinedList"/>
    <dgm:cxn modelId="{B79280E8-BDEE-4D36-8456-3D5DFAE85C24}" type="presParOf" srcId="{82C85EFE-A8CA-41C5-95D1-5A4469663EAC}" destId="{18E8D07F-3070-463B-A8B5-6769E6E368DA}" srcOrd="4" destOrd="0" presId="urn:microsoft.com/office/officeart/2008/layout/LinedList"/>
    <dgm:cxn modelId="{483E0D9B-05A8-4668-ADCD-95606F072F87}" type="presParOf" srcId="{82C85EFE-A8CA-41C5-95D1-5A4469663EAC}" destId="{87720122-A1B4-4A3F-89A8-AE0C11ED42C7}" srcOrd="5" destOrd="0" presId="urn:microsoft.com/office/officeart/2008/layout/LinedList"/>
    <dgm:cxn modelId="{E62C6764-582C-4AB5-B87E-F2A8C38316FA}" type="presParOf" srcId="{87720122-A1B4-4A3F-89A8-AE0C11ED42C7}" destId="{415E7BC1-8A91-49E8-8D23-13011C669C4F}" srcOrd="0" destOrd="0" presId="urn:microsoft.com/office/officeart/2008/layout/LinedList"/>
    <dgm:cxn modelId="{92CF060F-D2DD-43CF-9F1E-7906413AAD95}" type="presParOf" srcId="{87720122-A1B4-4A3F-89A8-AE0C11ED42C7}" destId="{37016BE5-3F53-4E2B-9FAC-04DC3BDE957C}" srcOrd="1" destOrd="0" presId="urn:microsoft.com/office/officeart/2008/layout/LinedList"/>
    <dgm:cxn modelId="{49CD0DAF-5162-46DE-8168-4CAAC060FAC5}" type="presParOf" srcId="{82C85EFE-A8CA-41C5-95D1-5A4469663EAC}" destId="{BE3AE744-68CD-431D-B86B-6FCA0FA76A2D}" srcOrd="6" destOrd="0" presId="urn:microsoft.com/office/officeart/2008/layout/LinedList"/>
    <dgm:cxn modelId="{8B42336C-629B-46BE-B439-423F32D99BB2}" type="presParOf" srcId="{82C85EFE-A8CA-41C5-95D1-5A4469663EAC}" destId="{5F3790E0-57DD-42FA-BD8F-AE3EE89FE7A7}" srcOrd="7" destOrd="0" presId="urn:microsoft.com/office/officeart/2008/layout/LinedList"/>
    <dgm:cxn modelId="{8AA74326-C2A0-4A08-83BC-70AC01C7610A}" type="presParOf" srcId="{5F3790E0-57DD-42FA-BD8F-AE3EE89FE7A7}" destId="{2EE9DB21-A0AF-425B-A17C-F6C1B71A723F}" srcOrd="0" destOrd="0" presId="urn:microsoft.com/office/officeart/2008/layout/LinedList"/>
    <dgm:cxn modelId="{8BBEDE65-DBC4-4C88-A44F-F5CEB97CF1EF}" type="presParOf" srcId="{5F3790E0-57DD-42FA-BD8F-AE3EE89FE7A7}" destId="{6F40B708-F62B-44D2-8E2B-6138ED2A8050}" srcOrd="1" destOrd="0" presId="urn:microsoft.com/office/officeart/2008/layout/LinedList"/>
    <dgm:cxn modelId="{0D12D4AA-C116-44B5-949A-0A27103D3DA9}" type="presParOf" srcId="{82C85EFE-A8CA-41C5-95D1-5A4469663EAC}" destId="{899D1E77-6761-4CCC-9378-A8CD97075BD4}" srcOrd="8" destOrd="0" presId="urn:microsoft.com/office/officeart/2008/layout/LinedList"/>
    <dgm:cxn modelId="{7CC95A00-D7E9-46DF-B20E-6FCC59C7738A}" type="presParOf" srcId="{82C85EFE-A8CA-41C5-95D1-5A4469663EAC}" destId="{7375E233-6962-47A1-AB23-DA2B682549D9}" srcOrd="9" destOrd="0" presId="urn:microsoft.com/office/officeart/2008/layout/LinedList"/>
    <dgm:cxn modelId="{B7233D5B-8129-4A15-874A-2A30CD1C7396}" type="presParOf" srcId="{7375E233-6962-47A1-AB23-DA2B682549D9}" destId="{7E4DF8EB-53DB-4EE9-BB12-E2BBF4EB8151}" srcOrd="0" destOrd="0" presId="urn:microsoft.com/office/officeart/2008/layout/LinedList"/>
    <dgm:cxn modelId="{A29618A2-39EF-43FE-9F62-9A0057C5E5B0}" type="presParOf" srcId="{7375E233-6962-47A1-AB23-DA2B682549D9}" destId="{B9BD46C3-B641-4BE7-8DF0-C5991AF72497}" srcOrd="1" destOrd="0" presId="urn:microsoft.com/office/officeart/2008/layout/LinedList"/>
    <dgm:cxn modelId="{A7232E66-98CC-48FB-93B3-A8CA611235AF}" type="presParOf" srcId="{82C85EFE-A8CA-41C5-95D1-5A4469663EAC}" destId="{9E0D8BE4-B180-4E18-A53D-39CAD7619559}" srcOrd="10" destOrd="0" presId="urn:microsoft.com/office/officeart/2008/layout/LinedList"/>
    <dgm:cxn modelId="{AF067A75-E3E3-4EC6-A9F1-9A80028B4E5D}" type="presParOf" srcId="{82C85EFE-A8CA-41C5-95D1-5A4469663EAC}" destId="{0ACEE8E9-730C-4FAF-8885-1AC518E6662E}" srcOrd="11" destOrd="0" presId="urn:microsoft.com/office/officeart/2008/layout/LinedList"/>
    <dgm:cxn modelId="{C914EDE6-A6A0-46BC-B25F-F2BA2E63C408}" type="presParOf" srcId="{0ACEE8E9-730C-4FAF-8885-1AC518E6662E}" destId="{374CBC23-D523-4CF0-A222-E3AD1B03CB90}" srcOrd="0" destOrd="0" presId="urn:microsoft.com/office/officeart/2008/layout/LinedList"/>
    <dgm:cxn modelId="{78421CBE-31C1-473B-8AD7-EAF6107EA5F8}" type="presParOf" srcId="{0ACEE8E9-730C-4FAF-8885-1AC518E6662E}" destId="{5D689D33-1C63-49B7-89CA-E070EA964F91}" srcOrd="1" destOrd="0" presId="urn:microsoft.com/office/officeart/2008/layout/LinedList"/>
    <dgm:cxn modelId="{6BC1FDD1-923D-463E-97FB-F54230C08E8C}" type="presParOf" srcId="{82C85EFE-A8CA-41C5-95D1-5A4469663EAC}" destId="{070DF6B7-53B1-4A1D-9939-C9175928014B}" srcOrd="12" destOrd="0" presId="urn:microsoft.com/office/officeart/2008/layout/LinedList"/>
    <dgm:cxn modelId="{DF81F6BC-4E53-469A-AECE-9EF33AF37518}" type="presParOf" srcId="{82C85EFE-A8CA-41C5-95D1-5A4469663EAC}" destId="{05F11F29-0CA2-4099-91F0-D835C27D723B}" srcOrd="13" destOrd="0" presId="urn:microsoft.com/office/officeart/2008/layout/LinedList"/>
    <dgm:cxn modelId="{147CD49E-AA4D-4584-AEA8-92142BCEC5A9}" type="presParOf" srcId="{05F11F29-0CA2-4099-91F0-D835C27D723B}" destId="{987518CF-921A-4018-B01D-FC0F699CC183}" srcOrd="0" destOrd="0" presId="urn:microsoft.com/office/officeart/2008/layout/LinedList"/>
    <dgm:cxn modelId="{CAB8D28B-B526-4D52-BC60-A54E50CD9724}" type="presParOf" srcId="{05F11F29-0CA2-4099-91F0-D835C27D723B}" destId="{362C1DB8-D914-44DC-B393-E894CC631245}" srcOrd="1" destOrd="0" presId="urn:microsoft.com/office/officeart/2008/layout/LinedList"/>
    <dgm:cxn modelId="{78B69664-6953-47C5-A3E2-34FCADF6D798}" type="presParOf" srcId="{82C85EFE-A8CA-41C5-95D1-5A4469663EAC}" destId="{A9AA2CD4-1128-4462-9614-C76FC0AA7670}" srcOrd="14" destOrd="0" presId="urn:microsoft.com/office/officeart/2008/layout/LinedList"/>
    <dgm:cxn modelId="{452931D0-FA84-4A9A-8F91-77FD0BABE57D}" type="presParOf" srcId="{82C85EFE-A8CA-41C5-95D1-5A4469663EAC}" destId="{F151174E-B8C2-4617-90C9-D245A78E44F5}" srcOrd="15" destOrd="0" presId="urn:microsoft.com/office/officeart/2008/layout/LinedList"/>
    <dgm:cxn modelId="{749574C2-7404-4292-B1F3-9D9017FA3216}" type="presParOf" srcId="{F151174E-B8C2-4617-90C9-D245A78E44F5}" destId="{F62E54CC-C3A7-414B-B14D-CAE521A36982}" srcOrd="0" destOrd="0" presId="urn:microsoft.com/office/officeart/2008/layout/LinedList"/>
    <dgm:cxn modelId="{F6B11703-40D5-4F27-A82C-0ABB8F381373}" type="presParOf" srcId="{F151174E-B8C2-4617-90C9-D245A78E44F5}" destId="{B5808334-91DE-4F0A-ABEB-BFD24CEBFD17}" srcOrd="1" destOrd="0" presId="urn:microsoft.com/office/officeart/2008/layout/LinedList"/>
    <dgm:cxn modelId="{F19E7941-FAF2-47BE-99D1-9537EF1BF8D4}" type="presParOf" srcId="{82C85EFE-A8CA-41C5-95D1-5A4469663EAC}" destId="{D6AFBF87-F78C-423D-89BF-80544FB326FF}" srcOrd="16" destOrd="0" presId="urn:microsoft.com/office/officeart/2008/layout/LinedList"/>
    <dgm:cxn modelId="{0D2ABC2D-9104-451B-8294-0EBBE48415CF}" type="presParOf" srcId="{82C85EFE-A8CA-41C5-95D1-5A4469663EAC}" destId="{51D41D7F-F08B-49FB-A9E0-D52454F806B8}" srcOrd="17" destOrd="0" presId="urn:microsoft.com/office/officeart/2008/layout/LinedList"/>
    <dgm:cxn modelId="{AF9020E3-6C61-4446-918D-A4F2F5802C42}" type="presParOf" srcId="{51D41D7F-F08B-49FB-A9E0-D52454F806B8}" destId="{AFC9A8E6-18E8-4A5D-8A13-B7BF69F94A98}" srcOrd="0" destOrd="0" presId="urn:microsoft.com/office/officeart/2008/layout/LinedList"/>
    <dgm:cxn modelId="{5F6C9B01-2E1A-4CBF-B65C-2534FA7BB62A}" type="presParOf" srcId="{51D41D7F-F08B-49FB-A9E0-D52454F806B8}" destId="{79173592-3D34-4137-9647-84143DAE2BF3}" srcOrd="1" destOrd="0" presId="urn:microsoft.com/office/officeart/2008/layout/LinedList"/>
    <dgm:cxn modelId="{DA08DFFD-8A0F-42B9-95F5-C4D7BD088541}" type="presParOf" srcId="{82C85EFE-A8CA-41C5-95D1-5A4469663EAC}" destId="{37EB2117-F8F9-4E7B-905C-AA3B17C3AF71}" srcOrd="18" destOrd="0" presId="urn:microsoft.com/office/officeart/2008/layout/LinedList"/>
    <dgm:cxn modelId="{D044F6E8-3935-4611-8835-C227CBC21617}" type="presParOf" srcId="{82C85EFE-A8CA-41C5-95D1-5A4469663EAC}" destId="{834B6362-E9A5-4375-A6F1-915FA7C14BE7}" srcOrd="19" destOrd="0" presId="urn:microsoft.com/office/officeart/2008/layout/LinedList"/>
    <dgm:cxn modelId="{AD760F37-1BEA-4155-BFBF-64F7C63D8FC3}" type="presParOf" srcId="{834B6362-E9A5-4375-A6F1-915FA7C14BE7}" destId="{2BFFA0B5-D6FB-4821-B591-D328C065B8D0}" srcOrd="0" destOrd="0" presId="urn:microsoft.com/office/officeart/2008/layout/LinedList"/>
    <dgm:cxn modelId="{D9EF5FE3-3F40-4A8F-A2F7-34647350BF46}" type="presParOf" srcId="{834B6362-E9A5-4375-A6F1-915FA7C14BE7}" destId="{BA608EAD-FAAD-47A6-A1B3-4FBA4A5957D2}" srcOrd="1" destOrd="0" presId="urn:microsoft.com/office/officeart/2008/layout/LinedList"/>
    <dgm:cxn modelId="{B329E0A4-8CCF-4E36-85E4-87D12C38C1D9}" type="presParOf" srcId="{82C85EFE-A8CA-41C5-95D1-5A4469663EAC}" destId="{3E9C3C48-D81A-4519-A8E8-DEE23A28D316}" srcOrd="20" destOrd="0" presId="urn:microsoft.com/office/officeart/2008/layout/LinedList"/>
    <dgm:cxn modelId="{4A8B878B-6661-4EB9-BEA4-BD17E5718545}" type="presParOf" srcId="{82C85EFE-A8CA-41C5-95D1-5A4469663EAC}" destId="{00058BEE-999D-40C3-ACC9-4BFFCE8FE989}" srcOrd="21" destOrd="0" presId="urn:microsoft.com/office/officeart/2008/layout/LinedList"/>
    <dgm:cxn modelId="{8CEE08D7-B9AF-4D0F-B2A7-B72C3B313C26}" type="presParOf" srcId="{00058BEE-999D-40C3-ACC9-4BFFCE8FE989}" destId="{95F73D3F-3758-4D8E-B9CA-A752C82D0F8D}" srcOrd="0" destOrd="0" presId="urn:microsoft.com/office/officeart/2008/layout/LinedList"/>
    <dgm:cxn modelId="{E4410A21-728B-4DDB-BA53-FF117A0B0ED4}" type="presParOf" srcId="{00058BEE-999D-40C3-ACC9-4BFFCE8FE989}" destId="{67652A41-85D5-4DFE-AF1D-704814C72CDC}" srcOrd="1" destOrd="0" presId="urn:microsoft.com/office/officeart/2008/layout/LinedList"/>
    <dgm:cxn modelId="{1BECD235-060E-4378-B1E8-1BA2E7DCCA08}" type="presParOf" srcId="{82C85EFE-A8CA-41C5-95D1-5A4469663EAC}" destId="{73799890-F2D4-41C0-9BB4-A6470604E018}" srcOrd="22" destOrd="0" presId="urn:microsoft.com/office/officeart/2008/layout/LinedList"/>
    <dgm:cxn modelId="{F70798C9-E30F-455B-A8F3-379EE6E5A51C}" type="presParOf" srcId="{82C85EFE-A8CA-41C5-95D1-5A4469663EAC}" destId="{DB621A69-9106-4257-A14D-2DEE7CC84A04}" srcOrd="23" destOrd="0" presId="urn:microsoft.com/office/officeart/2008/layout/LinedList"/>
    <dgm:cxn modelId="{47E25546-0DC6-4382-BA98-313E2418393C}" type="presParOf" srcId="{DB621A69-9106-4257-A14D-2DEE7CC84A04}" destId="{D2709766-DBC1-42FC-B264-79240B9F1934}" srcOrd="0" destOrd="0" presId="urn:microsoft.com/office/officeart/2008/layout/LinedList"/>
    <dgm:cxn modelId="{25A23FD8-0658-425D-BC4E-3FA030E882B3}" type="presParOf" srcId="{DB621A69-9106-4257-A14D-2DEE7CC84A04}" destId="{2A3B74FE-7012-4F56-B40E-A7C66E3C5672}" srcOrd="1" destOrd="0" presId="urn:microsoft.com/office/officeart/2008/layout/LinedList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5AE3D-007B-42CC-A9D4-8E1B6E53CE76}">
      <dsp:nvSpPr>
        <dsp:cNvPr id="0" name=""/>
        <dsp:cNvSpPr/>
      </dsp:nvSpPr>
      <dsp:spPr>
        <a:xfrm>
          <a:off x="0" y="10989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Überblick über den Datensatz</a:t>
          </a:r>
        </a:p>
      </dsp:txBody>
      <dsp:txXfrm>
        <a:off x="26387" y="37376"/>
        <a:ext cx="5281430" cy="487766"/>
      </dsp:txXfrm>
    </dsp:sp>
    <dsp:sp modelId="{E0C77F73-3D77-48C2-ACC8-70EEB9F5E92C}">
      <dsp:nvSpPr>
        <dsp:cNvPr id="0" name=""/>
        <dsp:cNvSpPr/>
      </dsp:nvSpPr>
      <dsp:spPr>
        <a:xfrm>
          <a:off x="0" y="614889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Datenaufbereitung</a:t>
          </a:r>
        </a:p>
      </dsp:txBody>
      <dsp:txXfrm>
        <a:off x="26387" y="641276"/>
        <a:ext cx="5281430" cy="487766"/>
      </dsp:txXfrm>
    </dsp:sp>
    <dsp:sp modelId="{0073D598-A779-4400-B4C0-F922519D5250}">
      <dsp:nvSpPr>
        <dsp:cNvPr id="0" name=""/>
        <dsp:cNvSpPr/>
      </dsp:nvSpPr>
      <dsp:spPr>
        <a:xfrm>
          <a:off x="0" y="1218789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kern="1200" dirty="0"/>
            <a:t>Einkommensvorhersage</a:t>
          </a:r>
          <a:r>
            <a:rPr lang="de-DE" sz="2200" kern="1200" dirty="0"/>
            <a:t>(LR)</a:t>
          </a:r>
        </a:p>
      </dsp:txBody>
      <dsp:txXfrm>
        <a:off x="26387" y="1245176"/>
        <a:ext cx="5281430" cy="487766"/>
      </dsp:txXfrm>
    </dsp:sp>
    <dsp:sp modelId="{5154E3D5-6740-46B1-87A6-1C58BC31B82C}">
      <dsp:nvSpPr>
        <dsp:cNvPr id="0" name=""/>
        <dsp:cNvSpPr/>
      </dsp:nvSpPr>
      <dsp:spPr>
        <a:xfrm>
          <a:off x="0" y="1822689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kern="1200" dirty="0"/>
            <a:t>Kundensegmentierung</a:t>
          </a:r>
        </a:p>
      </dsp:txBody>
      <dsp:txXfrm>
        <a:off x="26387" y="1849076"/>
        <a:ext cx="5281430" cy="487766"/>
      </dsp:txXfrm>
    </dsp:sp>
    <dsp:sp modelId="{972EEFB5-A8A5-4356-AF72-3A8CADAE1F00}">
      <dsp:nvSpPr>
        <dsp:cNvPr id="0" name=""/>
        <dsp:cNvSpPr/>
      </dsp:nvSpPr>
      <dsp:spPr>
        <a:xfrm>
          <a:off x="0" y="2426590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kern="1200" dirty="0"/>
            <a:t>Kampagnenklassifikation</a:t>
          </a:r>
        </a:p>
      </dsp:txBody>
      <dsp:txXfrm>
        <a:off x="26387" y="2452977"/>
        <a:ext cx="5281430" cy="487766"/>
      </dsp:txXfrm>
    </dsp:sp>
    <dsp:sp modelId="{16B6270D-B925-4666-9DF2-87BB7B1753E1}">
      <dsp:nvSpPr>
        <dsp:cNvPr id="0" name=""/>
        <dsp:cNvSpPr/>
      </dsp:nvSpPr>
      <dsp:spPr>
        <a:xfrm>
          <a:off x="0" y="3030490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Erkenntnisse</a:t>
          </a:r>
        </a:p>
      </dsp:txBody>
      <dsp:txXfrm>
        <a:off x="26387" y="3056877"/>
        <a:ext cx="5281430" cy="487766"/>
      </dsp:txXfrm>
    </dsp:sp>
    <dsp:sp modelId="{6BC2490A-D354-446B-85D8-EB3A93058B64}">
      <dsp:nvSpPr>
        <dsp:cNvPr id="0" name=""/>
        <dsp:cNvSpPr/>
      </dsp:nvSpPr>
      <dsp:spPr>
        <a:xfrm>
          <a:off x="0" y="3634390"/>
          <a:ext cx="5334204" cy="5405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00FF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Handlungsempfehlungen</a:t>
          </a:r>
        </a:p>
      </dsp:txBody>
      <dsp:txXfrm>
        <a:off x="26387" y="3660777"/>
        <a:ext cx="5281430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763CB-DB99-4FE3-84B7-F28AD612F318}">
      <dsp:nvSpPr>
        <dsp:cNvPr id="0" name=""/>
        <dsp:cNvSpPr/>
      </dsp:nvSpPr>
      <dsp:spPr>
        <a:xfrm>
          <a:off x="0" y="2204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0871F-43B0-4E6D-983E-0C3E648AA697}">
      <dsp:nvSpPr>
        <dsp:cNvPr id="0" name=""/>
        <dsp:cNvSpPr/>
      </dsp:nvSpPr>
      <dsp:spPr>
        <a:xfrm>
          <a:off x="0" y="2204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=== Linear Regression === </a:t>
          </a:r>
          <a:endParaRPr lang="en-US" sz="1700" kern="1200" dirty="0"/>
        </a:p>
      </dsp:txBody>
      <dsp:txXfrm>
        <a:off x="0" y="2204"/>
        <a:ext cx="4094480" cy="375896"/>
      </dsp:txXfrm>
    </dsp:sp>
    <dsp:sp modelId="{BEA73F25-4ED6-4548-AA4A-49C3F8DCE217}">
      <dsp:nvSpPr>
        <dsp:cNvPr id="0" name=""/>
        <dsp:cNvSpPr/>
      </dsp:nvSpPr>
      <dsp:spPr>
        <a:xfrm>
          <a:off x="0" y="378101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8FED5-4146-4C11-A92D-168B63BECE20}">
      <dsp:nvSpPr>
        <dsp:cNvPr id="0" name=""/>
        <dsp:cNvSpPr/>
      </dsp:nvSpPr>
      <dsp:spPr>
        <a:xfrm>
          <a:off x="0" y="378101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RMSE (Test) = 11066.15 </a:t>
          </a:r>
          <a:endParaRPr lang="en-US" sz="1700" kern="1200"/>
        </a:p>
      </dsp:txBody>
      <dsp:txXfrm>
        <a:off x="0" y="378101"/>
        <a:ext cx="4094480" cy="375896"/>
      </dsp:txXfrm>
    </dsp:sp>
    <dsp:sp modelId="{18E8D07F-3070-463B-A8B5-6769E6E368DA}">
      <dsp:nvSpPr>
        <dsp:cNvPr id="0" name=""/>
        <dsp:cNvSpPr/>
      </dsp:nvSpPr>
      <dsp:spPr>
        <a:xfrm>
          <a:off x="0" y="753997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E7BC1-8A91-49E8-8D23-13011C669C4F}">
      <dsp:nvSpPr>
        <dsp:cNvPr id="0" name=""/>
        <dsp:cNvSpPr/>
      </dsp:nvSpPr>
      <dsp:spPr>
        <a:xfrm>
          <a:off x="0" y="753997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R² Train = 0.760 </a:t>
          </a:r>
          <a:endParaRPr lang="en-US" sz="1700" kern="1200"/>
        </a:p>
      </dsp:txBody>
      <dsp:txXfrm>
        <a:off x="0" y="753997"/>
        <a:ext cx="4094480" cy="375896"/>
      </dsp:txXfrm>
    </dsp:sp>
    <dsp:sp modelId="{BE3AE744-68CD-431D-B86B-6FCA0FA76A2D}">
      <dsp:nvSpPr>
        <dsp:cNvPr id="0" name=""/>
        <dsp:cNvSpPr/>
      </dsp:nvSpPr>
      <dsp:spPr>
        <a:xfrm>
          <a:off x="0" y="1129894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9DB21-A0AF-425B-A17C-F6C1B71A723F}">
      <dsp:nvSpPr>
        <dsp:cNvPr id="0" name=""/>
        <dsp:cNvSpPr/>
      </dsp:nvSpPr>
      <dsp:spPr>
        <a:xfrm>
          <a:off x="0" y="1129894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R² Test = 0.755</a:t>
          </a:r>
          <a:endParaRPr lang="en-US" sz="1700" kern="1200"/>
        </a:p>
      </dsp:txBody>
      <dsp:txXfrm>
        <a:off x="0" y="1129894"/>
        <a:ext cx="4094480" cy="375896"/>
      </dsp:txXfrm>
    </dsp:sp>
    <dsp:sp modelId="{899D1E77-6761-4CCC-9378-A8CD97075BD4}">
      <dsp:nvSpPr>
        <dsp:cNvPr id="0" name=""/>
        <dsp:cNvSpPr/>
      </dsp:nvSpPr>
      <dsp:spPr>
        <a:xfrm>
          <a:off x="0" y="1505790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DF8EB-53DB-4EE9-BB12-E2BBF4EB8151}">
      <dsp:nvSpPr>
        <dsp:cNvPr id="0" name=""/>
        <dsp:cNvSpPr/>
      </dsp:nvSpPr>
      <dsp:spPr>
        <a:xfrm>
          <a:off x="0" y="1505790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=== Ridge Regression === </a:t>
          </a:r>
          <a:endParaRPr lang="en-US" sz="1700" kern="1200" dirty="0"/>
        </a:p>
      </dsp:txBody>
      <dsp:txXfrm>
        <a:off x="0" y="1505790"/>
        <a:ext cx="4094480" cy="375896"/>
      </dsp:txXfrm>
    </dsp:sp>
    <dsp:sp modelId="{9E0D8BE4-B180-4E18-A53D-39CAD7619559}">
      <dsp:nvSpPr>
        <dsp:cNvPr id="0" name=""/>
        <dsp:cNvSpPr/>
      </dsp:nvSpPr>
      <dsp:spPr>
        <a:xfrm>
          <a:off x="0" y="1881687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CBC23-D523-4CF0-A222-E3AD1B03CB90}">
      <dsp:nvSpPr>
        <dsp:cNvPr id="0" name=""/>
        <dsp:cNvSpPr/>
      </dsp:nvSpPr>
      <dsp:spPr>
        <a:xfrm>
          <a:off x="0" y="1881687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RMSE (Test) = 11067.99 </a:t>
          </a:r>
          <a:endParaRPr lang="en-US" sz="1700" kern="1200"/>
        </a:p>
      </dsp:txBody>
      <dsp:txXfrm>
        <a:off x="0" y="1881687"/>
        <a:ext cx="4094480" cy="375896"/>
      </dsp:txXfrm>
    </dsp:sp>
    <dsp:sp modelId="{070DF6B7-53B1-4A1D-9939-C9175928014B}">
      <dsp:nvSpPr>
        <dsp:cNvPr id="0" name=""/>
        <dsp:cNvSpPr/>
      </dsp:nvSpPr>
      <dsp:spPr>
        <a:xfrm>
          <a:off x="0" y="2257583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518CF-921A-4018-B01D-FC0F699CC183}">
      <dsp:nvSpPr>
        <dsp:cNvPr id="0" name=""/>
        <dsp:cNvSpPr/>
      </dsp:nvSpPr>
      <dsp:spPr>
        <a:xfrm>
          <a:off x="0" y="2257584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R² Train = 0.760 </a:t>
          </a:r>
          <a:endParaRPr lang="en-US" sz="1700" kern="1200"/>
        </a:p>
      </dsp:txBody>
      <dsp:txXfrm>
        <a:off x="0" y="2257584"/>
        <a:ext cx="4094480" cy="375896"/>
      </dsp:txXfrm>
    </dsp:sp>
    <dsp:sp modelId="{A9AA2CD4-1128-4462-9614-C76FC0AA7670}">
      <dsp:nvSpPr>
        <dsp:cNvPr id="0" name=""/>
        <dsp:cNvSpPr/>
      </dsp:nvSpPr>
      <dsp:spPr>
        <a:xfrm>
          <a:off x="0" y="2633480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E54CC-C3A7-414B-B14D-CAE521A36982}">
      <dsp:nvSpPr>
        <dsp:cNvPr id="0" name=""/>
        <dsp:cNvSpPr/>
      </dsp:nvSpPr>
      <dsp:spPr>
        <a:xfrm>
          <a:off x="0" y="2633480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R² Test = 0.755 </a:t>
          </a:r>
          <a:endParaRPr lang="en-US" sz="1700" kern="1200"/>
        </a:p>
      </dsp:txBody>
      <dsp:txXfrm>
        <a:off x="0" y="2633480"/>
        <a:ext cx="4094480" cy="375896"/>
      </dsp:txXfrm>
    </dsp:sp>
    <dsp:sp modelId="{D6AFBF87-F78C-423D-89BF-80544FB326FF}">
      <dsp:nvSpPr>
        <dsp:cNvPr id="0" name=""/>
        <dsp:cNvSpPr/>
      </dsp:nvSpPr>
      <dsp:spPr>
        <a:xfrm>
          <a:off x="0" y="3009377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9A8E6-18E8-4A5D-8A13-B7BF69F94A98}">
      <dsp:nvSpPr>
        <dsp:cNvPr id="0" name=""/>
        <dsp:cNvSpPr/>
      </dsp:nvSpPr>
      <dsp:spPr>
        <a:xfrm>
          <a:off x="0" y="3009377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=== Lasso Regression === </a:t>
          </a:r>
          <a:endParaRPr lang="en-US" sz="1700" kern="1200" dirty="0"/>
        </a:p>
      </dsp:txBody>
      <dsp:txXfrm>
        <a:off x="0" y="3009377"/>
        <a:ext cx="4094480" cy="375896"/>
      </dsp:txXfrm>
    </dsp:sp>
    <dsp:sp modelId="{37EB2117-F8F9-4E7B-905C-AA3B17C3AF71}">
      <dsp:nvSpPr>
        <dsp:cNvPr id="0" name=""/>
        <dsp:cNvSpPr/>
      </dsp:nvSpPr>
      <dsp:spPr>
        <a:xfrm>
          <a:off x="0" y="3385273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FA0B5-D6FB-4821-B591-D328C065B8D0}">
      <dsp:nvSpPr>
        <dsp:cNvPr id="0" name=""/>
        <dsp:cNvSpPr/>
      </dsp:nvSpPr>
      <dsp:spPr>
        <a:xfrm>
          <a:off x="0" y="3385273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RMSE (Test) = 11066.15 </a:t>
          </a:r>
          <a:endParaRPr lang="en-US" sz="1700" kern="1200"/>
        </a:p>
      </dsp:txBody>
      <dsp:txXfrm>
        <a:off x="0" y="3385273"/>
        <a:ext cx="4094480" cy="375896"/>
      </dsp:txXfrm>
    </dsp:sp>
    <dsp:sp modelId="{3E9C3C48-D81A-4519-A8E8-DEE23A28D316}">
      <dsp:nvSpPr>
        <dsp:cNvPr id="0" name=""/>
        <dsp:cNvSpPr/>
      </dsp:nvSpPr>
      <dsp:spPr>
        <a:xfrm>
          <a:off x="0" y="3761170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73D3F-3758-4D8E-B9CA-A752C82D0F8D}">
      <dsp:nvSpPr>
        <dsp:cNvPr id="0" name=""/>
        <dsp:cNvSpPr/>
      </dsp:nvSpPr>
      <dsp:spPr>
        <a:xfrm>
          <a:off x="0" y="3761170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R² Train = 0.760 </a:t>
          </a:r>
          <a:endParaRPr lang="en-US" sz="1700" kern="1200"/>
        </a:p>
      </dsp:txBody>
      <dsp:txXfrm>
        <a:off x="0" y="3761170"/>
        <a:ext cx="4094480" cy="375896"/>
      </dsp:txXfrm>
    </dsp:sp>
    <dsp:sp modelId="{73799890-F2D4-41C0-9BB4-A6470604E018}">
      <dsp:nvSpPr>
        <dsp:cNvPr id="0" name=""/>
        <dsp:cNvSpPr/>
      </dsp:nvSpPr>
      <dsp:spPr>
        <a:xfrm>
          <a:off x="0" y="4137066"/>
          <a:ext cx="409448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09766-DBC1-42FC-B264-79240B9F1934}">
      <dsp:nvSpPr>
        <dsp:cNvPr id="0" name=""/>
        <dsp:cNvSpPr/>
      </dsp:nvSpPr>
      <dsp:spPr>
        <a:xfrm>
          <a:off x="0" y="4137066"/>
          <a:ext cx="4094480" cy="375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R² Test = 0.755</a:t>
          </a:r>
          <a:endParaRPr lang="en-US" sz="1700" kern="1200"/>
        </a:p>
      </dsp:txBody>
      <dsp:txXfrm>
        <a:off x="0" y="4137066"/>
        <a:ext cx="4094480" cy="3758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6A5FB-4900-448E-9C56-D926906C216E}" type="datetimeFigureOut">
              <a:rPr lang="de-DE" smtClean="0"/>
              <a:t>02.02.2026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BA6A3-8AAC-4BCD-B6D9-9AFEDA0F250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865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BA6A3-8AAC-4BCD-B6D9-9AFEDA0F2504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845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FBA6A3-8AAC-4BCD-B6D9-9AFEDA0F2504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9434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B2112-25D2-CF3C-84ED-D9CC8D9C6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7E8FF9-91AF-E41F-5913-C32E0DA57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69EA2E-99DF-040D-E3D3-FEB33183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8DF9D-5364-4B08-B055-A4D0A36E20E6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9AD648-FE9E-28BE-1624-F3ACEACF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CD6068-D12D-BAD4-5AB0-E6C4C15C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0095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A9DD7-B7CA-8CE8-E330-454E38EC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330485-5C09-14E4-FF93-89F981FFF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C470E1-433A-5D44-2E73-7ED4E2B6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FA69-EC54-4668-819F-468D673C9B6E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5B93F7-6781-FB21-14BF-D09126D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5F7FF1-7560-873E-DC46-DE64D318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3424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FD816-6B2E-A3B0-0F2B-5A3FEE7C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9144AA-8EA7-FDAA-EC07-54784BAE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AA84AF-2AE4-B2D9-3EE5-D9D29A47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18052-314C-4C99-A557-2AD4E752BCEE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48D8CD-FD55-9BCC-9B98-48EB1484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1AEE73-0708-EA98-7DBC-1AC611D0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45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02E958-8B3A-1444-00A8-F6B9CABC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5906F6-2D53-07AE-A2EA-E86F5135D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A6C900-3E1D-F88A-EE2E-13DB227C8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A8DBD0-5C6D-95FE-4954-20015396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19C6-CEAC-477A-960E-743BD5ED6E97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5F8346-A180-CAEF-D256-407F2E648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9ECE6F-165C-79CF-8071-06874297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087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34BC0-0905-322C-0F8E-7C114C4D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E75425-5305-78C0-E531-2AB602897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161220-9F4A-00E8-BA12-8F6D97A8C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3DC07F-7A18-E0A6-345F-D74F2FC84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038467-A53C-357A-745B-0A25E0250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110EF-2B19-DD1A-545C-65FF9B93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F1FC-6F0C-437A-8448-4C2AFD41049A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2F74B7-DDB3-C5CB-3E7A-68B0FFCF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437C3D-EBF1-0C05-D40C-333CABA6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461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1ACDE-4265-B145-C82B-C4E51381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ED3B62-313D-4ADF-19E5-749664B6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5BC8-436E-4A79-A616-70558810EE00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EDBB2F-0FB6-17E2-CC4D-CD85A1B0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D4113A-ECE9-34D7-B09F-799423CB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495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E71F21-F65A-AC27-15D6-E7313D31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9440-4753-4E37-A7B6-B9E956254FF9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6D1F78-DBAD-C3B2-C3AE-BD5FB9335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2A6CE7-CDDE-1411-A112-AD4192CB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26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39B30-258B-99E0-F8A5-698872CC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59EA1B-C2BC-C8C4-9D56-DDE8A0007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7BF079-EE40-30F6-0BBC-B64658843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984DE7-D681-A2F6-521B-681197C0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5E21-5B2D-43E9-8169-BD5E36C51AEB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38FD73-7A88-E278-FA6B-ECA3B78F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8606B2-4430-B431-D154-FE795532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298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C08D7-19B0-594F-BC99-5F4BADDC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3A5A7F9-8146-4FB0-2E47-91FF4E359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CE58BA-BFE2-8C28-CE80-E10E6915F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07DB60-C8F8-A5D4-3D5E-480976E0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468C5-BEF5-403F-87E3-F97A2072F25B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43A493-7AE7-5BD9-77B4-959084DE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337BF3-47CF-12FD-91B8-1A82E86F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92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31047D-6478-1CFF-704C-EAC78804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EAA629-5FCF-0CD3-C140-6A8DCCF93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4DE319-7E85-383B-99CD-BA5058D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09E0-E662-4D11-AB17-F522CD916D51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A75C49-A0F6-C8C2-95CA-BE4FE761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DA97F4-E398-5DD8-5160-779C96F6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196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DA844F-6B43-3E76-CCD6-0A2FCEF8A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CA4EE2-6C46-EC17-6258-BF0AFAE57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D39181-67AA-25D1-139E-2F2244E4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BD39-4C80-4D30-A9D2-1C8D66CDD3ED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000181-4392-F01E-CBE9-3B656F33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95DE41-1F49-16B5-0DC2-9E233806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494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A259350-F922-A428-F99C-8EE4A0B2F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EC659F-0C6D-02B8-38EE-5170C589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7461B7-AF08-EB8D-ACDF-83667B281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F59A0-03F1-4C2D-BED7-B4BD7CAC71ED}" type="datetime1">
              <a:rPr lang="de-DE" smtClean="0"/>
              <a:t>02.02.2026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27A8B7-5984-6FCC-4427-0AA9C04A2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B2BD5-22D5-4F78-960B-117F6D3A0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4878D-7E6C-43C4-BC48-38CB8B5211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549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de/photo/1449239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2FAEB4C-3C6E-9EBA-3B4B-C14502D3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5" r="13531"/>
          <a:stretch>
            <a:fillRect/>
          </a:stretch>
        </p:blipFill>
        <p:spPr>
          <a:xfrm>
            <a:off x="2675208" y="10"/>
            <a:ext cx="9669642" cy="6857990"/>
          </a:xfrm>
          <a:prstGeom prst="rect">
            <a:avLst/>
          </a:prstGeom>
        </p:spPr>
      </p:pic>
      <p:sp>
        <p:nvSpPr>
          <p:cNvPr id="32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Content Placeholder 17">
            <a:extLst>
              <a:ext uri="{FF2B5EF4-FFF2-40B4-BE49-F238E27FC236}">
                <a16:creationId xmlns:a16="http://schemas.microsoft.com/office/drawing/2014/main" id="{D96A0D79-B5DF-D177-8926-8881B6066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56" y="715463"/>
            <a:ext cx="5061793" cy="2147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4000" b="1" dirty="0"/>
              <a:t>Marketing-Datenanalyse</a:t>
            </a:r>
            <a:r>
              <a:rPr lang="de-DE" sz="4000" dirty="0"/>
              <a:t> </a:t>
            </a:r>
            <a:r>
              <a:rPr lang="en-US" sz="4000" dirty="0" err="1"/>
              <a:t>Marktkampagne</a:t>
            </a:r>
            <a:r>
              <a:rPr lang="en-US" sz="4000" dirty="0"/>
              <a:t>.</a:t>
            </a:r>
            <a:endParaRPr lang="de-DE" sz="40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0F34395-FE4C-96ED-D009-3AD967CE88FA}"/>
              </a:ext>
            </a:extLst>
          </p:cNvPr>
          <p:cNvSpPr txBox="1"/>
          <p:nvPr/>
        </p:nvSpPr>
        <p:spPr>
          <a:xfrm>
            <a:off x="-119768" y="6176963"/>
            <a:ext cx="18000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b="1" dirty="0" err="1">
                <a:latin typeface="Aptos" panose="020B0004020202020204" pitchFamily="34" charset="0"/>
              </a:rPr>
              <a:t>Machine</a:t>
            </a:r>
            <a:r>
              <a:rPr lang="de-DE" sz="1100" b="1" dirty="0">
                <a:latin typeface="Aptos" panose="020B0004020202020204" pitchFamily="34" charset="0"/>
              </a:rPr>
              <a:t> Learning </a:t>
            </a:r>
          </a:p>
          <a:p>
            <a:pPr algn="ctr"/>
            <a:r>
              <a:rPr lang="de-DE" sz="1100" b="1" dirty="0">
                <a:latin typeface="Aptos" panose="020B0004020202020204" pitchFamily="34" charset="0"/>
              </a:rPr>
              <a:t>Hiba Ben Rhouma</a:t>
            </a:r>
          </a:p>
          <a:p>
            <a:pPr algn="ctr"/>
            <a:r>
              <a:rPr lang="de-DE" sz="1100" b="1" dirty="0">
                <a:latin typeface="Aptos" panose="020B0004020202020204" pitchFamily="34" charset="0"/>
              </a:rPr>
              <a:t> 02.2026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F67741C-37F6-F11D-4871-D4E53C03697F}"/>
              </a:ext>
            </a:extLst>
          </p:cNvPr>
          <p:cNvSpPr txBox="1"/>
          <p:nvPr/>
        </p:nvSpPr>
        <p:spPr>
          <a:xfrm>
            <a:off x="417443" y="3577922"/>
            <a:ext cx="48304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Segmentierung und Reaktion auf Kampagnen 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91DD8F6C-D0B4-6164-953B-81181782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535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Präsent Babyglück – Lindner">
            <a:extLst>
              <a:ext uri="{FF2B5EF4-FFF2-40B4-BE49-F238E27FC236}">
                <a16:creationId xmlns:a16="http://schemas.microsoft.com/office/drawing/2014/main" id="{7560F27E-CE82-F5D5-1237-F68205353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r="13009" b="-1"/>
          <a:stretch>
            <a:fillRect/>
          </a:stretch>
        </p:blipFill>
        <p:spPr bwMode="auto">
          <a:xfrm>
            <a:off x="6857797" y="-10886"/>
            <a:ext cx="5334204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9C4E05-427C-39E7-BD77-A0AFF9AF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de-DE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de-DE">
              <a:solidFill>
                <a:srgbClr val="FFFFFF"/>
              </a:solidFill>
            </a:endParaRPr>
          </a:p>
        </p:txBody>
      </p:sp>
      <p:graphicFrame>
        <p:nvGraphicFramePr>
          <p:cNvPr id="5" name="Textfeld 12">
            <a:extLst>
              <a:ext uri="{FF2B5EF4-FFF2-40B4-BE49-F238E27FC236}">
                <a16:creationId xmlns:a16="http://schemas.microsoft.com/office/drawing/2014/main" id="{0778DBB7-97A2-810E-D658-B7AA8A339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240063"/>
              </p:ext>
            </p:extLst>
          </p:nvPr>
        </p:nvGraphicFramePr>
        <p:xfrm>
          <a:off x="622652" y="2011680"/>
          <a:ext cx="5334204" cy="4185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feld 1">
            <a:extLst>
              <a:ext uri="{FF2B5EF4-FFF2-40B4-BE49-F238E27FC236}">
                <a16:creationId xmlns:a16="http://schemas.microsoft.com/office/drawing/2014/main" id="{C38F1572-EF6E-8F92-B6AF-6EB5C6AEDED6}"/>
              </a:ext>
            </a:extLst>
          </p:cNvPr>
          <p:cNvSpPr txBox="1"/>
          <p:nvPr/>
        </p:nvSpPr>
        <p:spPr>
          <a:xfrm>
            <a:off x="103433" y="471324"/>
            <a:ext cx="4590422" cy="8662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 err="1">
                <a:latin typeface="+mj-lt"/>
                <a:ea typeface="+mj-ea"/>
                <a:cs typeface="+mj-cs"/>
              </a:rPr>
              <a:t>Themenübersicht</a:t>
            </a:r>
            <a:endParaRPr lang="en-US" sz="4800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412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11313-C6A1-1C52-18F0-533C2193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297" y="336793"/>
            <a:ext cx="10515600" cy="1325563"/>
          </a:xfrm>
        </p:spPr>
        <p:txBody>
          <a:bodyPr/>
          <a:lstStyle/>
          <a:p>
            <a:r>
              <a:rPr lang="en-US" dirty="0" err="1"/>
              <a:t>Überblick</a:t>
            </a:r>
            <a:r>
              <a:rPr lang="en-US" dirty="0"/>
              <a:t> des </a:t>
            </a:r>
            <a:r>
              <a:rPr lang="en-US" dirty="0" err="1"/>
              <a:t>Datensatzes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944D6F-756D-7462-E8FD-38F510B7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3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C2B9B93-224A-8614-F5EB-38CBA77D26D3}"/>
              </a:ext>
            </a:extLst>
          </p:cNvPr>
          <p:cNvSpPr txBox="1"/>
          <p:nvPr/>
        </p:nvSpPr>
        <p:spPr>
          <a:xfrm>
            <a:off x="7640201" y="826664"/>
            <a:ext cx="3181555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400" i="1" dirty="0"/>
              <a:t>2240 Zeile  27 Spalten </a:t>
            </a:r>
          </a:p>
        </p:txBody>
      </p:sp>
      <p:pic>
        <p:nvPicPr>
          <p:cNvPr id="9" name="Grafik 8" descr="Trauben mit einfarbiger Füllung">
            <a:extLst>
              <a:ext uri="{FF2B5EF4-FFF2-40B4-BE49-F238E27FC236}">
                <a16:creationId xmlns:a16="http://schemas.microsoft.com/office/drawing/2014/main" id="{729DBF4D-8A29-4ECE-5A63-F98913B05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77" y="509680"/>
            <a:ext cx="914400" cy="9144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3DC7AE7-CA3D-5F3B-69AD-D41965435207}"/>
              </a:ext>
            </a:extLst>
          </p:cNvPr>
          <p:cNvSpPr txBox="1"/>
          <p:nvPr/>
        </p:nvSpPr>
        <p:spPr>
          <a:xfrm>
            <a:off x="658578" y="1827418"/>
            <a:ext cx="3384000" cy="1944000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'ID', 'Geburtsjahr', 'Alter', 'Einkommen', 'Bildungsniveau', 'Familienstand',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Kinder_zu_Hause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Teenager_zu_Hause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F924042-74CB-06C2-86EC-F22D5E56867A}"/>
              </a:ext>
            </a:extLst>
          </p:cNvPr>
          <p:cNvSpPr txBox="1"/>
          <p:nvPr/>
        </p:nvSpPr>
        <p:spPr>
          <a:xfrm>
            <a:off x="4256201" y="1827418"/>
            <a:ext cx="3384000" cy="1944000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Ausgaben_Wein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Ausgaben_Fleisch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Ausgaben_Obst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Ausgaben_Fisch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Ausgaben_Süßigkeiten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Ausgaben_Gold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 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7CDE6E1-EA14-2803-B7B6-66CF4CB0CDA5}"/>
              </a:ext>
            </a:extLst>
          </p:cNvPr>
          <p:cNvSpPr txBox="1"/>
          <p:nvPr/>
        </p:nvSpPr>
        <p:spPr>
          <a:xfrm>
            <a:off x="7994445" y="1827418"/>
            <a:ext cx="3384755" cy="1944000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Anzahl_Katalogkäufe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Anzahl_Ladeneinkäufe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Anzahl_Webkäufe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'Anzahl_WebBesuche_Mona,'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Anzahl_Rabattkäufe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49A05E1-D26F-9267-6955-88C953F85327}"/>
              </a:ext>
            </a:extLst>
          </p:cNvPr>
          <p:cNvSpPr txBox="1"/>
          <p:nvPr/>
        </p:nvSpPr>
        <p:spPr>
          <a:xfrm>
            <a:off x="668738" y="3968460"/>
            <a:ext cx="3384000" cy="1944000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'Kampagne_1_Akzeptiert', 'Kampagne_2_Akzeptiert', 'Kampagne_3_Akzeptiert', 'Kampagne_4_Akzeptiert', 'Kampagne_5_Akzeptiert',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Antwort_Letzte_Kampagn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5EC7F1A-CAC2-4109-D04E-AB0EFF8939E8}"/>
              </a:ext>
            </a:extLst>
          </p:cNvPr>
          <p:cNvSpPr txBox="1"/>
          <p:nvPr/>
        </p:nvSpPr>
        <p:spPr>
          <a:xfrm>
            <a:off x="7994445" y="4540914"/>
            <a:ext cx="3384000" cy="684000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'Beschwerde'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12C5CE1-B415-3493-30E4-3BB31CF55901}"/>
              </a:ext>
            </a:extLst>
          </p:cNvPr>
          <p:cNvSpPr txBox="1"/>
          <p:nvPr/>
        </p:nvSpPr>
        <p:spPr>
          <a:xfrm>
            <a:off x="4331591" y="4541339"/>
            <a:ext cx="3384000" cy="715089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Datum_Kunde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Letzter_Kauf_Tage</a:t>
            </a:r>
            <a:r>
              <a:rPr lang="de-DE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83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3CA676-C919-4B93-AD0A-8B7BFA3D6716}"/>
              </a:ext>
            </a:extLst>
          </p:cNvPr>
          <p:cNvSpPr txBox="1"/>
          <p:nvPr/>
        </p:nvSpPr>
        <p:spPr>
          <a:xfrm>
            <a:off x="761800" y="762001"/>
            <a:ext cx="5334197" cy="1708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latin typeface="+mj-lt"/>
                <a:ea typeface="+mj-ea"/>
                <a:cs typeface="+mj-cs"/>
              </a:rPr>
              <a:t>Ziele</a:t>
            </a:r>
            <a:r>
              <a:rPr lang="en-US" sz="4000" b="1" dirty="0">
                <a:latin typeface="+mj-lt"/>
                <a:ea typeface="+mj-ea"/>
                <a:cs typeface="+mj-cs"/>
              </a:rPr>
              <a:t> &amp; </a:t>
            </a:r>
            <a:r>
              <a:rPr lang="en-US" sz="4000" b="1" dirty="0" err="1">
                <a:latin typeface="+mj-lt"/>
                <a:ea typeface="+mj-ea"/>
                <a:cs typeface="+mj-cs"/>
              </a:rPr>
              <a:t>Analysefragen</a:t>
            </a:r>
            <a:endParaRPr 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32F576-6BE2-A323-084D-5BB742866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 err="1"/>
              <a:t>Fehlende</a:t>
            </a:r>
            <a:r>
              <a:rPr lang="en-US" sz="2000" b="1" dirty="0"/>
              <a:t> </a:t>
            </a:r>
            <a:r>
              <a:rPr lang="en-US" sz="2000" b="1" dirty="0" err="1"/>
              <a:t>Werte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Können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fehlende</a:t>
            </a:r>
            <a:r>
              <a:rPr lang="en-US" sz="2000" dirty="0"/>
              <a:t> </a:t>
            </a:r>
            <a:r>
              <a:rPr lang="en-US" sz="2000" dirty="0" err="1"/>
              <a:t>Werte</a:t>
            </a:r>
            <a:r>
              <a:rPr lang="en-US" sz="2000" dirty="0"/>
              <a:t> </a:t>
            </a:r>
            <a:r>
              <a:rPr lang="en-US" sz="2000" dirty="0" err="1"/>
              <a:t>schätzen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 err="1"/>
              <a:t>Kundensegmentierung</a:t>
            </a:r>
            <a:r>
              <a:rPr lang="en-US" sz="2000" b="1" dirty="0"/>
              <a:t>:</a:t>
            </a:r>
            <a:r>
              <a:rPr lang="en-US" sz="2000" dirty="0"/>
              <a:t> Wie </a:t>
            </a:r>
            <a:r>
              <a:rPr lang="en-US" sz="2000" dirty="0" err="1"/>
              <a:t>lassen</a:t>
            </a:r>
            <a:r>
              <a:rPr lang="en-US" sz="2000" dirty="0"/>
              <a:t> </a:t>
            </a:r>
            <a:r>
              <a:rPr lang="en-US" sz="2000" dirty="0" err="1"/>
              <a:t>sich</a:t>
            </a:r>
            <a:r>
              <a:rPr lang="en-US" sz="2000" dirty="0"/>
              <a:t> Kunden </a:t>
            </a:r>
            <a:r>
              <a:rPr lang="en-US" sz="2000" dirty="0" err="1"/>
              <a:t>sinnvoll</a:t>
            </a:r>
            <a:r>
              <a:rPr lang="en-US" sz="2000" dirty="0"/>
              <a:t> </a:t>
            </a:r>
            <a:r>
              <a:rPr lang="en-US" sz="2000" dirty="0" err="1"/>
              <a:t>gruppieren</a:t>
            </a:r>
            <a:r>
              <a:rPr lang="en-US" sz="2000" dirty="0"/>
              <a:t>?</a:t>
            </a:r>
          </a:p>
          <a:p>
            <a:endParaRPr lang="en-US" sz="2000" dirty="0"/>
          </a:p>
          <a:p>
            <a:pPr marL="0"/>
            <a:endParaRPr lang="en-US" sz="2000" dirty="0"/>
          </a:p>
          <a:p>
            <a:r>
              <a:rPr lang="en-US" sz="2000" b="1" dirty="0" err="1"/>
              <a:t>Kampagnenreaktion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Wer</a:t>
            </a:r>
            <a:r>
              <a:rPr lang="en-US" sz="2000" dirty="0"/>
              <a:t> </a:t>
            </a:r>
            <a:r>
              <a:rPr lang="en-US" sz="2000" dirty="0" err="1"/>
              <a:t>reagiert</a:t>
            </a:r>
            <a:r>
              <a:rPr lang="en-US" sz="2000" dirty="0"/>
              <a:t> </a:t>
            </a:r>
            <a:r>
              <a:rPr lang="en-US" sz="2000" dirty="0" err="1"/>
              <a:t>wahrscheinlich</a:t>
            </a:r>
            <a:r>
              <a:rPr lang="en-US" sz="2000" dirty="0"/>
              <a:t> auf die </a:t>
            </a:r>
            <a:r>
              <a:rPr lang="en-US" sz="2000" dirty="0" err="1"/>
              <a:t>Kampagne</a:t>
            </a:r>
            <a:r>
              <a:rPr lang="en-US" sz="2000" dirty="0"/>
              <a:t>?</a:t>
            </a:r>
          </a:p>
          <a:p>
            <a:endParaRPr lang="en-US" sz="2000" dirty="0"/>
          </a:p>
        </p:txBody>
      </p:sp>
      <p:pic>
        <p:nvPicPr>
          <p:cNvPr id="10" name="Grafik 9" descr="Ein Bild, das Essen, Mahlzeit, Platte, Kochkunst enthält.&#10;&#10;KI-generierte Inhalte können fehlerhaft sein.">
            <a:extLst>
              <a:ext uri="{FF2B5EF4-FFF2-40B4-BE49-F238E27FC236}">
                <a16:creationId xmlns:a16="http://schemas.microsoft.com/office/drawing/2014/main" id="{6045FB64-A134-5114-C176-55F882B8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02" r="19045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ECD6D3-0D12-7E78-4222-5987F6CA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734878D-7E6C-43C4-BC48-38CB8B52114E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91242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DFB0C-9752-C11A-C418-6DF82DEA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65125"/>
            <a:ext cx="10515600" cy="1325563"/>
          </a:xfrm>
        </p:spPr>
        <p:txBody>
          <a:bodyPr/>
          <a:lstStyle/>
          <a:p>
            <a:r>
              <a:rPr lang="de-DE" dirty="0"/>
              <a:t>Datenaufbereitung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FEFEAF-D654-61F0-3701-AB03DB09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5</a:t>
            </a:fld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EA73AD2-6669-8765-5699-23DBF6879AE8}"/>
              </a:ext>
            </a:extLst>
          </p:cNvPr>
          <p:cNvGrpSpPr/>
          <p:nvPr/>
        </p:nvGrpSpPr>
        <p:grpSpPr>
          <a:xfrm>
            <a:off x="343802" y="1558608"/>
            <a:ext cx="4299783" cy="1507792"/>
            <a:chOff x="793790" y="1949768"/>
            <a:chExt cx="4196358" cy="1238011"/>
          </a:xfrm>
        </p:grpSpPr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B0BE5572-F37B-24BA-672F-AA9F8B97F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1949768"/>
              <a:ext cx="226814" cy="283488"/>
            </a:xfrm>
            <a:prstGeom prst="rect">
              <a:avLst/>
            </a:prstGeom>
          </p:spPr>
        </p:pic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14582B74-E2CB-566B-56E9-936DDECA8193}"/>
                </a:ext>
              </a:extLst>
            </p:cNvPr>
            <p:cNvSpPr/>
            <p:nvPr/>
          </p:nvSpPr>
          <p:spPr>
            <a:xfrm>
              <a:off x="793790" y="2304812"/>
              <a:ext cx="4196358" cy="3048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</a:ln>
          </p:spPr>
          <p:txBody>
            <a:bodyPr/>
            <a:lstStyle/>
            <a:p>
              <a:endParaRPr lang="de-DE" sz="2400" dirty="0">
                <a:highlight>
                  <a:srgbClr val="0000FF"/>
                </a:highlight>
              </a:endParaRPr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05381CA1-6F79-6AE4-8C0E-AB98C741E714}"/>
                </a:ext>
              </a:extLst>
            </p:cNvPr>
            <p:cNvSpPr/>
            <p:nvPr/>
          </p:nvSpPr>
          <p:spPr>
            <a:xfrm>
              <a:off x="793790" y="2479119"/>
              <a:ext cx="4196358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de-DE" sz="2400" dirty="0"/>
                <a:t>Überprüfung der Spaltentypen</a:t>
              </a:r>
              <a:endParaRPr lang="en-US" sz="2400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698BAFF-2C9F-EF3E-8DC6-DF5D1D0933BB}"/>
              </a:ext>
            </a:extLst>
          </p:cNvPr>
          <p:cNvGrpSpPr/>
          <p:nvPr/>
        </p:nvGrpSpPr>
        <p:grpSpPr>
          <a:xfrm>
            <a:off x="290707" y="2977622"/>
            <a:ext cx="4352878" cy="1583986"/>
            <a:chOff x="716490" y="1949768"/>
            <a:chExt cx="4273658" cy="1262180"/>
          </a:xfrm>
        </p:grpSpPr>
        <p:pic>
          <p:nvPicPr>
            <p:cNvPr id="10" name="Image 0" descr="preencoded.png">
              <a:extLst>
                <a:ext uri="{FF2B5EF4-FFF2-40B4-BE49-F238E27FC236}">
                  <a16:creationId xmlns:a16="http://schemas.microsoft.com/office/drawing/2014/main" id="{E1409D07-25AA-5D14-8EE0-D2D513128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1949768"/>
              <a:ext cx="226814" cy="283488"/>
            </a:xfrm>
            <a:prstGeom prst="rect">
              <a:avLst/>
            </a:prstGeom>
          </p:spPr>
        </p:pic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3A59B275-B3F9-2BD8-F572-D80C2472C68E}"/>
                </a:ext>
              </a:extLst>
            </p:cNvPr>
            <p:cNvSpPr/>
            <p:nvPr/>
          </p:nvSpPr>
          <p:spPr>
            <a:xfrm>
              <a:off x="793790" y="2304812"/>
              <a:ext cx="4196358" cy="30480"/>
            </a:xfrm>
            <a:prstGeom prst="rect">
              <a:avLst/>
            </a:prstGeom>
            <a:solidFill>
              <a:srgbClr val="0000FF"/>
            </a:solidFill>
            <a:ln/>
          </p:spPr>
          <p:txBody>
            <a:bodyPr/>
            <a:lstStyle/>
            <a:p>
              <a:endParaRPr lang="de-DE" sz="2800" dirty="0"/>
            </a:p>
          </p:txBody>
        </p:sp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D80F4C2D-7707-C602-BEE2-CA86AD60A0F2}"/>
                </a:ext>
              </a:extLst>
            </p:cNvPr>
            <p:cNvSpPr/>
            <p:nvPr/>
          </p:nvSpPr>
          <p:spPr>
            <a:xfrm>
              <a:off x="716490" y="2503288"/>
              <a:ext cx="4273658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de-DE" sz="2400" dirty="0"/>
                <a:t>Binäre Spalte </a:t>
              </a:r>
              <a:r>
                <a:rPr lang="de-DE" sz="2000" dirty="0"/>
                <a:t>(nur Werte 0 oder 1)</a:t>
              </a:r>
              <a:endParaRPr lang="en-US" sz="2400" dirty="0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82F2D78-DB28-468B-B49E-3D632E70A49F}"/>
              </a:ext>
            </a:extLst>
          </p:cNvPr>
          <p:cNvGrpSpPr/>
          <p:nvPr/>
        </p:nvGrpSpPr>
        <p:grpSpPr>
          <a:xfrm>
            <a:off x="6008135" y="1543614"/>
            <a:ext cx="4456665" cy="1434008"/>
            <a:chOff x="716490" y="1949768"/>
            <a:chExt cx="4273658" cy="1262180"/>
          </a:xfrm>
        </p:grpSpPr>
        <p:pic>
          <p:nvPicPr>
            <p:cNvPr id="14" name="Image 0" descr="preencoded.png">
              <a:extLst>
                <a:ext uri="{FF2B5EF4-FFF2-40B4-BE49-F238E27FC236}">
                  <a16:creationId xmlns:a16="http://schemas.microsoft.com/office/drawing/2014/main" id="{2CF1137D-82FC-737E-FBA9-2F8B62C7E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1949768"/>
              <a:ext cx="226814" cy="283488"/>
            </a:xfrm>
            <a:prstGeom prst="rect">
              <a:avLst/>
            </a:prstGeom>
          </p:spPr>
        </p:pic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0113BDD4-6A92-6715-F7BC-16F5DA01D19A}"/>
                </a:ext>
              </a:extLst>
            </p:cNvPr>
            <p:cNvSpPr/>
            <p:nvPr/>
          </p:nvSpPr>
          <p:spPr>
            <a:xfrm>
              <a:off x="793790" y="2304812"/>
              <a:ext cx="4196358" cy="30480"/>
            </a:xfrm>
            <a:prstGeom prst="rect">
              <a:avLst/>
            </a:prstGeom>
            <a:solidFill>
              <a:srgbClr val="FFCC00"/>
            </a:solidFill>
            <a:ln/>
          </p:spPr>
          <p:txBody>
            <a:bodyPr/>
            <a:lstStyle/>
            <a:p>
              <a:endParaRPr lang="de-DE" sz="2800" dirty="0"/>
            </a:p>
          </p:txBody>
        </p: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CB94C2CE-2870-D8D6-3C6F-514040E1B5D7}"/>
                </a:ext>
              </a:extLst>
            </p:cNvPr>
            <p:cNvSpPr/>
            <p:nvPr/>
          </p:nvSpPr>
          <p:spPr>
            <a:xfrm>
              <a:off x="716490" y="2503288"/>
              <a:ext cx="4273658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de-DE" sz="2400" dirty="0"/>
                <a:t>Fehlende Werte identifizieren</a:t>
              </a:r>
            </a:p>
            <a:p>
              <a:pPr>
                <a:lnSpc>
                  <a:spcPts val="2750"/>
                </a:lnSpc>
              </a:pPr>
              <a:endParaRPr lang="en-US" sz="2800" dirty="0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9975A3D-19E6-973E-4D17-2E1413182072}"/>
              </a:ext>
            </a:extLst>
          </p:cNvPr>
          <p:cNvGrpSpPr/>
          <p:nvPr/>
        </p:nvGrpSpPr>
        <p:grpSpPr>
          <a:xfrm>
            <a:off x="6030095" y="2964068"/>
            <a:ext cx="4378989" cy="1707335"/>
            <a:chOff x="716490" y="1949768"/>
            <a:chExt cx="4273658" cy="1262180"/>
          </a:xfrm>
        </p:grpSpPr>
        <p:pic>
          <p:nvPicPr>
            <p:cNvPr id="18" name="Image 0" descr="preencoded.png">
              <a:extLst>
                <a:ext uri="{FF2B5EF4-FFF2-40B4-BE49-F238E27FC236}">
                  <a16:creationId xmlns:a16="http://schemas.microsoft.com/office/drawing/2014/main" id="{EDE4BE17-260B-6172-F6EA-20EF28EF4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1949768"/>
              <a:ext cx="226814" cy="283488"/>
            </a:xfrm>
            <a:prstGeom prst="rect">
              <a:avLst/>
            </a:prstGeom>
          </p:spPr>
        </p:pic>
        <p:sp>
          <p:nvSpPr>
            <p:cNvPr id="19" name="Shape 1">
              <a:extLst>
                <a:ext uri="{FF2B5EF4-FFF2-40B4-BE49-F238E27FC236}">
                  <a16:creationId xmlns:a16="http://schemas.microsoft.com/office/drawing/2014/main" id="{676282CC-A63C-5B91-95C3-41EF51BE6654}"/>
                </a:ext>
              </a:extLst>
            </p:cNvPr>
            <p:cNvSpPr/>
            <p:nvPr/>
          </p:nvSpPr>
          <p:spPr>
            <a:xfrm>
              <a:off x="793790" y="2304812"/>
              <a:ext cx="4196358" cy="30480"/>
            </a:xfrm>
            <a:prstGeom prst="rect">
              <a:avLst/>
            </a:prstGeom>
            <a:solidFill>
              <a:srgbClr val="0000FF"/>
            </a:solidFill>
            <a:ln/>
          </p:spPr>
          <p:txBody>
            <a:bodyPr/>
            <a:lstStyle/>
            <a:p>
              <a:endParaRPr lang="de-DE" sz="2800" dirty="0"/>
            </a:p>
          </p:txBody>
        </p:sp>
        <p:sp>
          <p:nvSpPr>
            <p:cNvPr id="20" name="Text 2">
              <a:extLst>
                <a:ext uri="{FF2B5EF4-FFF2-40B4-BE49-F238E27FC236}">
                  <a16:creationId xmlns:a16="http://schemas.microsoft.com/office/drawing/2014/main" id="{7865B6E9-B470-720E-596E-26CADBCDBC2C}"/>
                </a:ext>
              </a:extLst>
            </p:cNvPr>
            <p:cNvSpPr/>
            <p:nvPr/>
          </p:nvSpPr>
          <p:spPr>
            <a:xfrm>
              <a:off x="716490" y="2503288"/>
              <a:ext cx="4273658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de-DE" sz="2400" dirty="0"/>
                <a:t>Ausreißer und Ungewöhnliche Variablen behandeln</a:t>
              </a:r>
              <a:endParaRPr lang="en-US" sz="2400" dirty="0"/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706A80D-41A9-039A-2F36-67CFB2400811}"/>
              </a:ext>
            </a:extLst>
          </p:cNvPr>
          <p:cNvGrpSpPr/>
          <p:nvPr/>
        </p:nvGrpSpPr>
        <p:grpSpPr>
          <a:xfrm>
            <a:off x="253949" y="4378932"/>
            <a:ext cx="4378989" cy="1707335"/>
            <a:chOff x="716490" y="1949768"/>
            <a:chExt cx="4273658" cy="1262180"/>
          </a:xfrm>
        </p:grpSpPr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46A04F6F-CDAE-25EC-AA47-BF4CE1C7B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1949768"/>
              <a:ext cx="226814" cy="283488"/>
            </a:xfrm>
            <a:prstGeom prst="rect">
              <a:avLst/>
            </a:prstGeom>
          </p:spPr>
        </p:pic>
        <p:sp>
          <p:nvSpPr>
            <p:cNvPr id="23" name="Shape 1">
              <a:extLst>
                <a:ext uri="{FF2B5EF4-FFF2-40B4-BE49-F238E27FC236}">
                  <a16:creationId xmlns:a16="http://schemas.microsoft.com/office/drawing/2014/main" id="{2D21F593-1BF6-BB23-A740-A7076CBF9965}"/>
                </a:ext>
              </a:extLst>
            </p:cNvPr>
            <p:cNvSpPr/>
            <p:nvPr/>
          </p:nvSpPr>
          <p:spPr>
            <a:xfrm>
              <a:off x="793790" y="2304812"/>
              <a:ext cx="4196358" cy="30480"/>
            </a:xfrm>
            <a:prstGeom prst="rect">
              <a:avLst/>
            </a:prstGeom>
            <a:solidFill>
              <a:srgbClr val="FFCC00"/>
            </a:solidFill>
            <a:ln/>
          </p:spPr>
          <p:txBody>
            <a:bodyPr/>
            <a:lstStyle/>
            <a:p>
              <a:endParaRPr lang="de-DE" sz="2800" dirty="0"/>
            </a:p>
          </p:txBody>
        </p:sp>
        <p:sp>
          <p:nvSpPr>
            <p:cNvPr id="24" name="Text 2">
              <a:extLst>
                <a:ext uri="{FF2B5EF4-FFF2-40B4-BE49-F238E27FC236}">
                  <a16:creationId xmlns:a16="http://schemas.microsoft.com/office/drawing/2014/main" id="{3D2B2368-18F9-810B-B4B6-053F0CDFE72D}"/>
                </a:ext>
              </a:extLst>
            </p:cNvPr>
            <p:cNvSpPr/>
            <p:nvPr/>
          </p:nvSpPr>
          <p:spPr>
            <a:xfrm>
              <a:off x="716490" y="2503288"/>
              <a:ext cx="4273658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de-DE" sz="2400" dirty="0"/>
                <a:t>Duplikate entfern </a:t>
              </a:r>
              <a:endParaRPr lang="en-US" sz="2400" dirty="0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DA40A6E-599D-F7E1-38CC-7FD40A9B2BB3}"/>
              </a:ext>
            </a:extLst>
          </p:cNvPr>
          <p:cNvGrpSpPr/>
          <p:nvPr/>
        </p:nvGrpSpPr>
        <p:grpSpPr>
          <a:xfrm>
            <a:off x="6030095" y="4376308"/>
            <a:ext cx="4378989" cy="1707335"/>
            <a:chOff x="716490" y="1949768"/>
            <a:chExt cx="4273658" cy="1262180"/>
          </a:xfrm>
        </p:grpSpPr>
        <p:pic>
          <p:nvPicPr>
            <p:cNvPr id="26" name="Image 0" descr="preencoded.png">
              <a:extLst>
                <a:ext uri="{FF2B5EF4-FFF2-40B4-BE49-F238E27FC236}">
                  <a16:creationId xmlns:a16="http://schemas.microsoft.com/office/drawing/2014/main" id="{8342CA28-1D1E-57F7-1161-8A4876843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1949768"/>
              <a:ext cx="226814" cy="283488"/>
            </a:xfrm>
            <a:prstGeom prst="rect">
              <a:avLst/>
            </a:prstGeom>
          </p:spPr>
        </p:pic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48F1F367-6FA1-35B7-4C73-3489F7B12E4F}"/>
                </a:ext>
              </a:extLst>
            </p:cNvPr>
            <p:cNvSpPr/>
            <p:nvPr/>
          </p:nvSpPr>
          <p:spPr>
            <a:xfrm>
              <a:off x="793790" y="2304812"/>
              <a:ext cx="4196358" cy="30480"/>
            </a:xfrm>
            <a:prstGeom prst="rect">
              <a:avLst/>
            </a:prstGeom>
            <a:solidFill>
              <a:srgbClr val="0000FF"/>
            </a:solidFill>
            <a:ln/>
          </p:spPr>
          <p:txBody>
            <a:bodyPr/>
            <a:lstStyle/>
            <a:p>
              <a:endParaRPr lang="de-DE" sz="2800" dirty="0"/>
            </a:p>
          </p:txBody>
        </p:sp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C36A5200-F53D-3E6E-AB39-450093FF7618}"/>
                </a:ext>
              </a:extLst>
            </p:cNvPr>
            <p:cNvSpPr/>
            <p:nvPr/>
          </p:nvSpPr>
          <p:spPr>
            <a:xfrm>
              <a:off x="716490" y="2503288"/>
              <a:ext cx="4273658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de-DE" sz="2400" dirty="0"/>
                <a:t>Neue Features erstellen</a:t>
              </a:r>
            </a:p>
            <a:p>
              <a:pPr>
                <a:lnSpc>
                  <a:spcPts val="2750"/>
                </a:lnSpc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808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9D768B77-8742-43A0-AF16-6AC4D378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8B13CA8-CBEA-4805-955D-CEBE32236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17490" cy="5486399"/>
          </a:xfrm>
          <a:prstGeom prst="rect">
            <a:avLst/>
          </a:prstGeom>
          <a:ln>
            <a:noFill/>
          </a:ln>
          <a:effectLst>
            <a:outerShdw blurRad="393700" dist="127000" dir="5400000" sx="95000" sy="95000" algn="t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5D26A3AD-476D-052B-A870-7BC82E80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13574"/>
            <a:ext cx="3221377" cy="38592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 err="1"/>
              <a:t>Einkommen</a:t>
            </a:r>
            <a:r>
              <a:rPr lang="en-US" sz="4000" dirty="0"/>
              <a:t> </a:t>
            </a:r>
            <a:r>
              <a:rPr lang="en-US" sz="4000" dirty="0" err="1"/>
              <a:t>vorhersagen</a:t>
            </a:r>
            <a:r>
              <a:rPr lang="en-US" sz="4000" dirty="0"/>
              <a:t> (</a:t>
            </a:r>
            <a:r>
              <a:rPr lang="en-US" sz="4000" dirty="0" err="1"/>
              <a:t>lineare</a:t>
            </a:r>
            <a:r>
              <a:rPr lang="en-US" sz="4000" dirty="0"/>
              <a:t> Regression)</a:t>
            </a:r>
          </a:p>
        </p:txBody>
      </p:sp>
      <p:pic>
        <p:nvPicPr>
          <p:cNvPr id="12" name="Grafik 11" descr="Ein Bild, das Text, Screenshot, Muster, Quadrat enthält.&#10;&#10;KI-generierte Inhalte können fehlerhaft sein.">
            <a:extLst>
              <a:ext uri="{FF2B5EF4-FFF2-40B4-BE49-F238E27FC236}">
                <a16:creationId xmlns:a16="http://schemas.microsoft.com/office/drawing/2014/main" id="{3D6028FC-98A7-D402-AF45-8226CA601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3422"/>
          <a:stretch>
            <a:fillRect/>
          </a:stretch>
        </p:blipFill>
        <p:spPr>
          <a:xfrm>
            <a:off x="5189535" y="68263"/>
            <a:ext cx="6869660" cy="6219825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8E4556-D83E-C544-D5BE-4313B0F5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734878D-7E6C-43C4-BC48-38CB8B52114E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59487B4-63BF-1234-A005-DCDC975E226C}"/>
              </a:ext>
            </a:extLst>
          </p:cNvPr>
          <p:cNvSpPr txBox="1"/>
          <p:nvPr/>
        </p:nvSpPr>
        <p:spPr>
          <a:xfrm>
            <a:off x="11827892" y="6488669"/>
            <a:ext cx="259079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2">
                    <a:lumMod val="50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4218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1DCF1EF4-9EF0-FD15-0690-CF11CABEA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160" y="1307992"/>
            <a:ext cx="5638800" cy="411480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3F0903-2C09-AC38-4B02-D679C5A6F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7</a:t>
            </a:fld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6EA846-0FCA-0B0D-25EE-CE4795281638}"/>
              </a:ext>
            </a:extLst>
          </p:cNvPr>
          <p:cNvSpPr txBox="1"/>
          <p:nvPr/>
        </p:nvSpPr>
        <p:spPr>
          <a:xfrm>
            <a:off x="1739053" y="5810029"/>
            <a:ext cx="8522547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df_einkommen_fehlt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'Einkommen'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pipeline</a:t>
            </a:r>
            <a:r>
              <a:rPr lang="de-DE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X_missing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de-DE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df_einkommen_fehlt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ignore_index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de-DE" dirty="0"/>
            </a:br>
            <a:endParaRPr lang="de-D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1" name="Textfeld 6">
            <a:extLst>
              <a:ext uri="{FF2B5EF4-FFF2-40B4-BE49-F238E27FC236}">
                <a16:creationId xmlns:a16="http://schemas.microsoft.com/office/drawing/2014/main" id="{610BCE19-54BE-F693-36BA-EC499843B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804954"/>
              </p:ext>
            </p:extLst>
          </p:nvPr>
        </p:nvGraphicFramePr>
        <p:xfrm>
          <a:off x="7731760" y="907624"/>
          <a:ext cx="4094480" cy="4515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160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1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1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59EED9-0A8D-C0A2-8F55-83907A1D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93" y="464947"/>
            <a:ext cx="3438144" cy="123901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Clusteranalyse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7AA738C-76C0-C5E7-CF82-6CC35C5ADAF8}"/>
              </a:ext>
            </a:extLst>
          </p:cNvPr>
          <p:cNvSpPr txBox="1"/>
          <p:nvPr/>
        </p:nvSpPr>
        <p:spPr>
          <a:xfrm>
            <a:off x="371094" y="2718054"/>
            <a:ext cx="3810762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     K-Means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   </a:t>
            </a:r>
            <a:r>
              <a:rPr lang="en-US" sz="2000" dirty="0" err="1"/>
              <a:t>n_clusters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Anzahl</a:t>
            </a:r>
            <a:r>
              <a:rPr lang="en-US" sz="2000" dirty="0">
                <a:sym typeface="Wingdings" panose="05000000000000000000" pitchFamily="2" charset="2"/>
              </a:rPr>
              <a:t> der Cluster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ym typeface="Wingdings" panose="05000000000000000000" pitchFamily="2" charset="2"/>
              </a:rPr>
              <a:t>   </a:t>
            </a:r>
            <a:r>
              <a:rPr lang="en-US" sz="2000" dirty="0" err="1"/>
              <a:t>random_state</a:t>
            </a:r>
            <a:r>
              <a:rPr lang="en-US" sz="2000" dirty="0">
                <a:sym typeface="Wingdings" panose="05000000000000000000" pitchFamily="2" charset="2"/>
              </a:rPr>
              <a:t>: </a:t>
            </a:r>
            <a:r>
              <a:rPr lang="en-US" sz="2000" dirty="0" err="1">
                <a:sym typeface="Wingdings" panose="05000000000000000000" pitchFamily="2" charset="2"/>
              </a:rPr>
              <a:t>sorgt</a:t>
            </a:r>
            <a:r>
              <a:rPr lang="en-US" sz="2000" dirty="0">
                <a:sym typeface="Wingdings" panose="05000000000000000000" pitchFamily="2" charset="2"/>
              </a:rPr>
              <a:t> für </a:t>
            </a:r>
            <a:r>
              <a:rPr lang="en-US" sz="2000" dirty="0" err="1">
                <a:sym typeface="Wingdings" panose="05000000000000000000" pitchFamily="2" charset="2"/>
              </a:rPr>
              <a:t>konsistente</a:t>
            </a:r>
            <a:r>
              <a:rPr lang="en-US" sz="2000" dirty="0">
                <a:sym typeface="Wingdings" panose="05000000000000000000" pitchFamily="2" charset="2"/>
              </a:rPr>
              <a:t> „</a:t>
            </a:r>
            <a:r>
              <a:rPr lang="en-US" sz="2000" dirty="0" err="1">
                <a:sym typeface="Wingdings" panose="05000000000000000000" pitchFamily="2" charset="2"/>
              </a:rPr>
              <a:t>Zufalls</a:t>
            </a:r>
            <a:r>
              <a:rPr lang="en-US" sz="2000" dirty="0">
                <a:sym typeface="Wingdings" panose="05000000000000000000" pitchFamily="2" charset="2"/>
              </a:rPr>
              <a:t>“ –</a:t>
            </a:r>
            <a:r>
              <a:rPr lang="en-US" sz="2000" dirty="0" err="1">
                <a:sym typeface="Wingdings" panose="05000000000000000000" pitchFamily="2" charset="2"/>
              </a:rPr>
              <a:t>zahlen</a:t>
            </a:r>
            <a:endParaRPr lang="en-US" sz="2000" dirty="0">
              <a:sym typeface="Wingdings" panose="05000000000000000000" pitchFamily="2" charset="2"/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Clr>
                <a:srgbClr val="C86A4C"/>
              </a:buClr>
              <a:buSzPct val="90000"/>
              <a:buFont typeface="Arial" panose="020B0604020202020204" pitchFamily="34" charset="0"/>
              <a:buChar char="•"/>
            </a:pPr>
            <a:endParaRPr lang="en-US" sz="2000" dirty="0">
              <a:sym typeface="Wingdings" panose="05000000000000000000" pitchFamily="2" charset="2"/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Clr>
                <a:srgbClr val="C86A4C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 err="1"/>
              <a:t>Ellbowplot</a:t>
            </a:r>
            <a:endParaRPr lang="en-US" sz="2000" dirty="0"/>
          </a:p>
          <a:p>
            <a:pPr marL="228600" lvl="1">
              <a:lnSpc>
                <a:spcPct val="90000"/>
              </a:lnSpc>
              <a:spcAft>
                <a:spcPts val="600"/>
              </a:spcAft>
              <a:buClr>
                <a:srgbClr val="C86A4C"/>
              </a:buClr>
              <a:buSzPct val="90000"/>
            </a:pPr>
            <a:r>
              <a:rPr lang="en-US" sz="2000" dirty="0" err="1"/>
              <a:t>Verfolgt</a:t>
            </a:r>
            <a:r>
              <a:rPr lang="en-US" sz="2000" dirty="0"/>
              <a:t>, </a:t>
            </a:r>
            <a:r>
              <a:rPr lang="en-US" sz="2000" dirty="0" err="1"/>
              <a:t>wie</a:t>
            </a:r>
            <a:r>
              <a:rPr lang="en-US" sz="2000" dirty="0"/>
              <a:t> das </a:t>
            </a:r>
            <a:r>
              <a:rPr lang="en-US" sz="2000" dirty="0" err="1"/>
              <a:t>Ergebnis</a:t>
            </a:r>
            <a:r>
              <a:rPr lang="en-US" sz="2000" dirty="0"/>
              <a:t> des </a:t>
            </a:r>
            <a:r>
              <a:rPr lang="en-US" sz="2000" dirty="0" err="1"/>
              <a:t>Clusterns</a:t>
            </a:r>
            <a:r>
              <a:rPr lang="en-US" sz="2000" dirty="0"/>
              <a:t> von der </a:t>
            </a:r>
            <a:r>
              <a:rPr lang="en-US" sz="2000" dirty="0" err="1"/>
              <a:t>Anzahl</a:t>
            </a:r>
            <a:r>
              <a:rPr lang="en-US" sz="2000" dirty="0"/>
              <a:t> der Cluster </a:t>
            </a:r>
            <a:r>
              <a:rPr lang="en-US" sz="2000" dirty="0" err="1"/>
              <a:t>abhängt</a:t>
            </a: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Clr>
                <a:srgbClr val="C86A4C"/>
              </a:buClr>
              <a:buSzPct val="90000"/>
              <a:buFont typeface="Arial" panose="020B0604020202020204" pitchFamily="34" charset="0"/>
              <a:buChar char="•"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9" name="Grafik 8" descr="Ein Bild, das Reihe, Text, Diagramm, Zahl enthält.&#10;&#10;KI-generierte Inhalte können fehlerhaft sein.">
            <a:extLst>
              <a:ext uri="{FF2B5EF4-FFF2-40B4-BE49-F238E27FC236}">
                <a16:creationId xmlns:a16="http://schemas.microsoft.com/office/drawing/2014/main" id="{8DA34FAA-8BCD-D2E5-7E10-FD324556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260" y="841248"/>
            <a:ext cx="6807856" cy="527608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082AEE-C2DB-91DA-1675-A2C6EA9E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5688" y="6356350"/>
            <a:ext cx="21214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313DBF1-3807-FD42-81AA-023BA1788DEB}"/>
              </a:ext>
            </a:extLst>
          </p:cNvPr>
          <p:cNvSpPr txBox="1"/>
          <p:nvPr/>
        </p:nvSpPr>
        <p:spPr>
          <a:xfrm>
            <a:off x="5319800" y="6393455"/>
            <a:ext cx="6721676" cy="29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b="0" dirty="0">
                <a:solidFill>
                  <a:srgbClr val="000000"/>
                </a:solidFill>
                <a:effectLst/>
              </a:rPr>
              <a:t>k = 3    Kompromiss zwischen Struktur und Interpretierbarkeit.</a:t>
            </a:r>
          </a:p>
        </p:txBody>
      </p:sp>
      <p:pic>
        <p:nvPicPr>
          <p:cNvPr id="1026" name="Picture 2" descr="Ease Elbow Pain with Simple, Effective Exercises">
            <a:extLst>
              <a:ext uri="{FF2B5EF4-FFF2-40B4-BE49-F238E27FC236}">
                <a16:creationId xmlns:a16="http://schemas.microsoft.com/office/drawing/2014/main" id="{48A008D0-C35A-7327-066D-0D61A88E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310" y="5737242"/>
            <a:ext cx="1449926" cy="96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eschweifte Klammer links 2">
            <a:extLst>
              <a:ext uri="{FF2B5EF4-FFF2-40B4-BE49-F238E27FC236}">
                <a16:creationId xmlns:a16="http://schemas.microsoft.com/office/drawing/2014/main" id="{CBB17246-37AB-9BA0-FE72-CA4F4729AC16}"/>
              </a:ext>
            </a:extLst>
          </p:cNvPr>
          <p:cNvSpPr/>
          <p:nvPr/>
        </p:nvSpPr>
        <p:spPr>
          <a:xfrm rot="16200000">
            <a:off x="7624403" y="5189388"/>
            <a:ext cx="367114" cy="20218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86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68D8C7-39BD-E59F-1D6A-CFBE3255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9</a:t>
            </a:fld>
            <a:endParaRPr lang="de-DE" dirty="0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CA4610B8-F406-802C-C977-929649A3BD34}"/>
              </a:ext>
            </a:extLst>
          </p:cNvPr>
          <p:cNvGrpSpPr/>
          <p:nvPr/>
        </p:nvGrpSpPr>
        <p:grpSpPr>
          <a:xfrm>
            <a:off x="99805" y="1133475"/>
            <a:ext cx="6158120" cy="4543426"/>
            <a:chOff x="233155" y="628181"/>
            <a:chExt cx="6437770" cy="4559769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D338BCC9-5A81-90F8-BEB5-6C06725EC4A3}"/>
                </a:ext>
              </a:extLst>
            </p:cNvPr>
            <p:cNvGrpSpPr/>
            <p:nvPr/>
          </p:nvGrpSpPr>
          <p:grpSpPr>
            <a:xfrm>
              <a:off x="1187450" y="1301749"/>
              <a:ext cx="4908550" cy="3886201"/>
              <a:chOff x="3594100" y="854074"/>
              <a:chExt cx="5327650" cy="4483101"/>
            </a:xfrm>
          </p:grpSpPr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E87448AD-38F1-FCA2-3FEA-A863847562A0}"/>
                  </a:ext>
                </a:extLst>
              </p:cNvPr>
              <p:cNvSpPr/>
              <p:nvPr/>
            </p:nvSpPr>
            <p:spPr>
              <a:xfrm>
                <a:off x="3594100" y="854074"/>
                <a:ext cx="5327650" cy="44831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pic>
            <p:nvPicPr>
              <p:cNvPr id="15" name="Grafik 14" descr="Ein Bild, das Text, Screenshot, Diagramm, Farbigkeit enthält.&#10;&#10;KI-generierte Inhalte können fehlerhaft sein.">
                <a:extLst>
                  <a:ext uri="{FF2B5EF4-FFF2-40B4-BE49-F238E27FC236}">
                    <a16:creationId xmlns:a16="http://schemas.microsoft.com/office/drawing/2014/main" id="{0DDAE477-2D08-C0DF-887D-6BFF3B61B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43399" y="1600176"/>
                <a:ext cx="3798079" cy="3021829"/>
              </a:xfrm>
              <a:prstGeom prst="rect">
                <a:avLst/>
              </a:prstGeom>
            </p:spPr>
          </p:pic>
        </p:grp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1E523EBD-FB4D-0CD2-9896-AD2D80E50957}"/>
                </a:ext>
              </a:extLst>
            </p:cNvPr>
            <p:cNvSpPr/>
            <p:nvPr/>
          </p:nvSpPr>
          <p:spPr>
            <a:xfrm>
              <a:off x="233155" y="2753900"/>
              <a:ext cx="1511300" cy="100871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C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Einkommen</a:t>
              </a: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35 275,95</a:t>
              </a:r>
            </a:p>
            <a:p>
              <a:pPr algn="ctr"/>
              <a:endParaRPr lang="de-DE" sz="1200" dirty="0">
                <a:solidFill>
                  <a:schemeClr val="tx1"/>
                </a:solidFill>
              </a:endParaRP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Gesamt Kinder </a:t>
              </a: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1-2</a:t>
              </a:r>
              <a:endParaRPr lang="de-DE" sz="1200" dirty="0"/>
            </a:p>
          </p:txBody>
        </p:sp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18910569-E788-AA24-114B-D9D76C2E3BF6}"/>
                </a:ext>
              </a:extLst>
            </p:cNvPr>
            <p:cNvSpPr/>
            <p:nvPr/>
          </p:nvSpPr>
          <p:spPr>
            <a:xfrm>
              <a:off x="2724151" y="628181"/>
              <a:ext cx="1473200" cy="99695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FF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200" dirty="0">
                <a:solidFill>
                  <a:schemeClr val="tx1"/>
                </a:solidFill>
              </a:endParaRP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Einkommen</a:t>
              </a: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50 839,26</a:t>
              </a:r>
            </a:p>
            <a:p>
              <a:pPr algn="ctr"/>
              <a:endParaRPr lang="de-DE" sz="1200" dirty="0">
                <a:solidFill>
                  <a:schemeClr val="tx1"/>
                </a:solidFill>
              </a:endParaRP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Gesamt Kinder </a:t>
              </a:r>
            </a:p>
            <a:p>
              <a:pPr algn="ctr"/>
              <a:r>
                <a:rPr lang="de-DE" sz="1200" dirty="0">
                  <a:solidFill>
                    <a:schemeClr val="tx1"/>
                  </a:solidFill>
                </a:rPr>
                <a:t>1-2</a:t>
              </a:r>
              <a:endParaRPr lang="de-DE" sz="1200" dirty="0"/>
            </a:p>
          </p:txBody>
        </p: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0868DB67-7B40-4208-C002-854678A85E89}"/>
                </a:ext>
              </a:extLst>
            </p:cNvPr>
            <p:cNvSpPr/>
            <p:nvPr/>
          </p:nvSpPr>
          <p:spPr>
            <a:xfrm>
              <a:off x="5377108" y="2753900"/>
              <a:ext cx="1293817" cy="100871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 dirty="0">
                <a:solidFill>
                  <a:schemeClr val="tx1"/>
                </a:solidFill>
              </a:endParaRPr>
            </a:p>
            <a:p>
              <a:pPr algn="ctr"/>
              <a:endParaRPr lang="de-DE" sz="1400" dirty="0">
                <a:solidFill>
                  <a:schemeClr val="tx1"/>
                </a:solidFill>
              </a:endParaRPr>
            </a:p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Einkommen </a:t>
              </a:r>
            </a:p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75 711,99</a:t>
              </a:r>
            </a:p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Ohne Kinder</a:t>
              </a:r>
            </a:p>
            <a:p>
              <a:pPr algn="ctr"/>
              <a:endParaRPr lang="de-DE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69F5DCAD-1DF6-89A9-661C-BBB60DDD51EC}"/>
              </a:ext>
            </a:extLst>
          </p:cNvPr>
          <p:cNvSpPr txBox="1"/>
          <p:nvPr/>
        </p:nvSpPr>
        <p:spPr>
          <a:xfrm>
            <a:off x="1517537" y="5798932"/>
            <a:ext cx="3289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Alter 44-50</a:t>
            </a:r>
          </a:p>
          <a:p>
            <a:pPr algn="ctr"/>
            <a:r>
              <a:rPr lang="de-DE" sz="1600" dirty="0"/>
              <a:t>Kundenbindungsdauer 2,5 Jahre</a:t>
            </a:r>
          </a:p>
          <a:p>
            <a:endParaRPr lang="de-DE" sz="16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C621702-5057-5855-CB4E-7280E903A6FA}"/>
              </a:ext>
            </a:extLst>
          </p:cNvPr>
          <p:cNvSpPr txBox="1"/>
          <p:nvPr/>
        </p:nvSpPr>
        <p:spPr>
          <a:xfrm>
            <a:off x="233154" y="158580"/>
            <a:ext cx="75697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Clusteranalyse</a:t>
            </a:r>
            <a:r>
              <a:rPr lang="en-US" sz="3200" dirty="0"/>
              <a:t> : </a:t>
            </a:r>
            <a:r>
              <a:rPr lang="de-DE" sz="3200" dirty="0"/>
              <a:t>Kundensegmentierung</a:t>
            </a:r>
          </a:p>
          <a:p>
            <a:endParaRPr lang="de-DE" sz="3200" dirty="0"/>
          </a:p>
        </p:txBody>
      </p:sp>
      <p:pic>
        <p:nvPicPr>
          <p:cNvPr id="26" name="Inhaltsplatzhalter 5" descr="Ein Bild, das Screenshot, Text, Diagramm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9D747774-263A-373C-EF1B-6F551500E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7925" y="963701"/>
            <a:ext cx="5519945" cy="1816374"/>
          </a:xfrm>
          <a:prstGeom prst="rect">
            <a:avLst/>
          </a:prstGeom>
        </p:spPr>
      </p:pic>
      <p:pic>
        <p:nvPicPr>
          <p:cNvPr id="27" name="Grafik 26" descr="Ein Bild, das Screenshot, Diagramm, Farbigkei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CF466F3C-1BD4-0505-4B86-161E47993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177" y="4435273"/>
            <a:ext cx="6064265" cy="199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3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87BBB-9299-3960-0932-0A28E9D7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Clusteranalyse</a:t>
            </a:r>
            <a:r>
              <a:rPr lang="en-US" dirty="0"/>
              <a:t>: </a:t>
            </a:r>
            <a:r>
              <a:rPr lang="de-DE" dirty="0"/>
              <a:t>Verteilung der Cluster</a:t>
            </a:r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60EA11-F7CA-FF4B-0CF7-CE648531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10</a:t>
            </a:fld>
            <a:endParaRPr lang="de-DE" dirty="0"/>
          </a:p>
        </p:txBody>
      </p:sp>
      <p:pic>
        <p:nvPicPr>
          <p:cNvPr id="22" name="Inhaltsplatzhalter 2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C9ADA56-0541-7005-9302-3D4E9CEDA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6110" y="1304925"/>
            <a:ext cx="6894105" cy="46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4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nhaltsplatzhalter 5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87BD8515-8C23-652D-8F55-1E95FD492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8" y="2500757"/>
            <a:ext cx="5148000" cy="323037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nhaltsplatzhalter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4773ACB-4AA6-95B7-5E9D-F815141F0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32" y="2228321"/>
            <a:ext cx="5184000" cy="3887999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F1AEED-8E94-E71F-B820-05A32BFF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E996430-BFBC-E84A-941F-98AD2765D282}"/>
              </a:ext>
            </a:extLst>
          </p:cNvPr>
          <p:cNvSpPr txBox="1"/>
          <p:nvPr/>
        </p:nvSpPr>
        <p:spPr>
          <a:xfrm>
            <a:off x="1114425" y="84864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Clusteranalyse</a:t>
            </a:r>
            <a:r>
              <a:rPr lang="en-US" sz="2800" dirty="0"/>
              <a:t>: </a:t>
            </a:r>
            <a:r>
              <a:rPr lang="en-US" sz="2800" dirty="0" err="1"/>
              <a:t>Ausgaben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650320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17" name="Rectangle 721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F9A9C6D-EF39-F556-B3CA-5826BBCDBC7F}"/>
              </a:ext>
            </a:extLst>
          </p:cNvPr>
          <p:cNvSpPr txBox="1"/>
          <p:nvPr/>
        </p:nvSpPr>
        <p:spPr>
          <a:xfrm>
            <a:off x="381000" y="136525"/>
            <a:ext cx="10077450" cy="8476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Clusteranalyse</a:t>
            </a:r>
            <a:r>
              <a:rPr lang="de-DE" sz="3200" dirty="0"/>
              <a:t> Einkaufskanäle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172" name="Picture 4" descr="Épicerie Fine - Salon-de-Provence - Maison Bremond Maison Bremond 1830">
            <a:extLst>
              <a:ext uri="{FF2B5EF4-FFF2-40B4-BE49-F238E27FC236}">
                <a16:creationId xmlns:a16="http://schemas.microsoft.com/office/drawing/2014/main" id="{5C30C843-82A0-C60F-7BEB-4CD9376F8D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0" t="-717" r="6624"/>
          <a:stretch>
            <a:fillRect/>
          </a:stretch>
        </p:blipFill>
        <p:spPr bwMode="auto">
          <a:xfrm>
            <a:off x="7377493" y="1438275"/>
            <a:ext cx="4659024" cy="451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nhaltsplatzhalter 5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7366CA37-E49B-3656-953C-A3973D401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9643" y="1438275"/>
            <a:ext cx="6930096" cy="4799091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E45D2F-2F40-A92C-AD88-9FE02E53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1758CCE-02A3-94EC-28D9-A1FB32E61B29}"/>
              </a:ext>
            </a:extLst>
          </p:cNvPr>
          <p:cNvCxnSpPr/>
          <p:nvPr/>
        </p:nvCxnSpPr>
        <p:spPr>
          <a:xfrm>
            <a:off x="3952568" y="18779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26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DC846F72-885C-C9B3-52B1-8C6DFEE11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01" b="-2"/>
          <a:stretch>
            <a:fillRect/>
          </a:stretch>
        </p:blipFill>
        <p:spPr>
          <a:xfrm>
            <a:off x="7160265" y="2705100"/>
            <a:ext cx="4722771" cy="316599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BF00EE-3EF2-3F03-BBF9-9BF8CA84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6" name="Grafik 1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0485011F-E9AC-AF02-492A-740FD6DDA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3" y="1581150"/>
            <a:ext cx="6166961" cy="4546601"/>
          </a:xfrm>
          <a:prstGeom prst="rect">
            <a:avLst/>
          </a:prstGeom>
        </p:spPr>
      </p:pic>
      <p:sp>
        <p:nvSpPr>
          <p:cNvPr id="18" name="Titel 17">
            <a:extLst>
              <a:ext uri="{FF2B5EF4-FFF2-40B4-BE49-F238E27FC236}">
                <a16:creationId xmlns:a16="http://schemas.microsoft.com/office/drawing/2014/main" id="{146E7D93-4420-BFD5-0E7D-D3FE1D6A08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1713" y="169863"/>
            <a:ext cx="10179050" cy="1328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Clusteranalyse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3600" dirty="0"/>
              <a:t>Reaktion auf Kampagne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E6CA123-B396-D16A-ADDF-798C3DB0C136}"/>
              </a:ext>
            </a:extLst>
          </p:cNvPr>
          <p:cNvSpPr txBox="1"/>
          <p:nvPr/>
        </p:nvSpPr>
        <p:spPr>
          <a:xfrm>
            <a:off x="2430779" y="6030047"/>
            <a:ext cx="8892541" cy="713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580" indent="-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de-D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Wie reagieren unterschiedliche Kundentypen auf verschiedene Kampagnen und welche Faktoren beeinflussen diese Entscheidung?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3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D146AE-3C7F-F1AF-1195-C6D2D1F0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14</a:t>
            </a:fld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3043D3-A251-1ECC-E953-037030E3A3C0}"/>
              </a:ext>
            </a:extLst>
          </p:cNvPr>
          <p:cNvSpPr txBox="1"/>
          <p:nvPr/>
        </p:nvSpPr>
        <p:spPr>
          <a:xfrm>
            <a:off x="447675" y="2135854"/>
            <a:ext cx="4909608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dirty="0">
                <a:solidFill>
                  <a:srgbClr val="0000FF"/>
                </a:solidFill>
              </a:rPr>
              <a:t># Zielvariablen</a:t>
            </a:r>
          </a:p>
          <a:p>
            <a:r>
              <a:rPr lang="de-DE" sz="1050" dirty="0" err="1"/>
              <a:t>targets</a:t>
            </a:r>
            <a:r>
              <a:rPr lang="de-DE" sz="1050" dirty="0"/>
              <a:t> = [</a:t>
            </a:r>
          </a:p>
          <a:p>
            <a:r>
              <a:rPr lang="de-DE" sz="1050" dirty="0"/>
              <a:t>    'Kampagne_1_Akzeptiert', 'Kampagne_2_Akzeptiert', </a:t>
            </a:r>
          </a:p>
          <a:p>
            <a:r>
              <a:rPr lang="de-DE" sz="1050" dirty="0"/>
              <a:t>    'Kampagne_3_Akzeptiert', 'Kampagne_4_Akzeptiert', </a:t>
            </a:r>
          </a:p>
          <a:p>
            <a:r>
              <a:rPr lang="de-DE" sz="1050" dirty="0"/>
              <a:t>    'Kampagne_5_Akzeptiert', '</a:t>
            </a:r>
            <a:r>
              <a:rPr lang="de-DE" sz="1050" dirty="0" err="1"/>
              <a:t>Antwort_Letzte_Kampagne</a:t>
            </a:r>
            <a:r>
              <a:rPr lang="de-DE" sz="1050" dirty="0"/>
              <a:t>'</a:t>
            </a:r>
          </a:p>
          <a:p>
            <a:r>
              <a:rPr lang="de-DE" sz="1050" dirty="0"/>
              <a:t>]</a:t>
            </a:r>
          </a:p>
          <a:p>
            <a:endParaRPr lang="de-DE" sz="105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de-DE" sz="1050" dirty="0">
                <a:solidFill>
                  <a:schemeClr val="accent3">
                    <a:lumMod val="75000"/>
                  </a:schemeClr>
                </a:solidFill>
              </a:rPr>
              <a:t># Numerische Features</a:t>
            </a:r>
          </a:p>
          <a:p>
            <a:r>
              <a:rPr lang="de-DE" sz="1050" dirty="0" err="1"/>
              <a:t>numerical_features</a:t>
            </a:r>
            <a:r>
              <a:rPr lang="de-DE" sz="1050" dirty="0"/>
              <a:t> = [</a:t>
            </a:r>
          </a:p>
          <a:p>
            <a:r>
              <a:rPr lang="de-DE" sz="1050" dirty="0"/>
              <a:t>    'Alter', 'Einkommen', '</a:t>
            </a:r>
            <a:r>
              <a:rPr lang="de-DE" sz="1050" dirty="0" err="1"/>
              <a:t>Gesamt_Kinder</a:t>
            </a:r>
            <a:r>
              <a:rPr lang="de-DE" sz="1050" dirty="0"/>
              <a:t>', '</a:t>
            </a:r>
            <a:r>
              <a:rPr lang="de-DE" sz="1050" dirty="0" err="1"/>
              <a:t>Kundenbindungsdauer_Jahre</a:t>
            </a:r>
            <a:r>
              <a:rPr lang="de-DE" sz="1050" dirty="0"/>
              <a:t>', </a:t>
            </a:r>
          </a:p>
          <a:p>
            <a:r>
              <a:rPr lang="de-DE" sz="1050" dirty="0"/>
              <a:t>    '</a:t>
            </a:r>
            <a:r>
              <a:rPr lang="de-DE" sz="1050" dirty="0" err="1"/>
              <a:t>Letzter_Kauf_Tage</a:t>
            </a:r>
            <a:r>
              <a:rPr lang="de-DE" sz="1050" dirty="0"/>
              <a:t>',</a:t>
            </a:r>
          </a:p>
          <a:p>
            <a:r>
              <a:rPr lang="de-DE" sz="1050" dirty="0"/>
              <a:t>    'Ausgaben_Wein','Ausgaben_Fleisch','Ausgaben_Obst','Ausgaben_Fisch','Ausgaben_Süßigkeiten','Ausgaben_Gold','Ausgaben_pro_Jahr',</a:t>
            </a:r>
          </a:p>
          <a:p>
            <a:r>
              <a:rPr lang="de-DE" sz="1050" dirty="0"/>
              <a:t>    'Wein_Anteil','</a:t>
            </a:r>
            <a:r>
              <a:rPr lang="de-DE" sz="1050" dirty="0" err="1"/>
              <a:t>Anzahl_Rabattkäufe</a:t>
            </a:r>
            <a:r>
              <a:rPr lang="de-DE" sz="1050" dirty="0"/>
              <a:t>',</a:t>
            </a:r>
          </a:p>
          <a:p>
            <a:r>
              <a:rPr lang="de-DE" sz="1050" dirty="0"/>
              <a:t>    'Anzahl_Katalogkäufe','Anzahl_Ladeneinkäufe','Anzahl_Webkäufe','Anzahl_WebBesuche_Monat'</a:t>
            </a:r>
          </a:p>
          <a:p>
            <a:r>
              <a:rPr lang="de-DE" sz="1050" dirty="0"/>
              <a:t>]</a:t>
            </a:r>
          </a:p>
          <a:p>
            <a:endParaRPr lang="de-DE" sz="105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de-DE" sz="1050" dirty="0">
                <a:solidFill>
                  <a:schemeClr val="accent3">
                    <a:lumMod val="75000"/>
                  </a:schemeClr>
                </a:solidFill>
              </a:rPr>
              <a:t># Kategorische Features</a:t>
            </a:r>
          </a:p>
          <a:p>
            <a:r>
              <a:rPr lang="de-DE" sz="1050" dirty="0" err="1"/>
              <a:t>categorical_features</a:t>
            </a:r>
            <a:r>
              <a:rPr lang="de-DE" sz="1050" dirty="0"/>
              <a:t> = ['Bildungsniveau', 'Familienstand']</a:t>
            </a:r>
          </a:p>
          <a:p>
            <a:endParaRPr lang="de-DE" sz="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6DF60F8-D79F-41F0-10FF-A67B2976192F}"/>
              </a:ext>
            </a:extLst>
          </p:cNvPr>
          <p:cNvSpPr txBox="1"/>
          <p:nvPr/>
        </p:nvSpPr>
        <p:spPr>
          <a:xfrm>
            <a:off x="447675" y="199935"/>
            <a:ext cx="71818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latin typeface="+mn-lt"/>
              </a:rPr>
              <a:t>Reaktion auf Kampagne (Klassifikation)</a:t>
            </a:r>
            <a:br>
              <a:rPr lang="de-DE" sz="2000" b="1" dirty="0">
                <a:latin typeface="+mn-lt"/>
              </a:rPr>
            </a:br>
            <a:r>
              <a:rPr lang="de-DE" sz="2000" b="1" dirty="0" err="1">
                <a:latin typeface="+mn-lt"/>
              </a:rPr>
              <a:t>RandomForestClassifier</a:t>
            </a:r>
            <a:r>
              <a:rPr lang="de-DE" sz="2000" b="1" dirty="0">
                <a:latin typeface="+mn-lt"/>
              </a:rPr>
              <a:t> </a:t>
            </a:r>
          </a:p>
          <a:p>
            <a:r>
              <a:rPr lang="de-DE" sz="2000" b="1" dirty="0" err="1">
                <a:latin typeface="+mn-lt"/>
              </a:rPr>
              <a:t>MultiOutputClassifier</a:t>
            </a:r>
            <a:endParaRPr lang="de-DE" sz="2000" dirty="0"/>
          </a:p>
        </p:txBody>
      </p:sp>
      <p:pic>
        <p:nvPicPr>
          <p:cNvPr id="13" name="Inhaltsplatzhalter 5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CB3A2BDF-55FC-AF2E-8E4B-E92F8194A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6075" y="2331735"/>
            <a:ext cx="6692773" cy="2766346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AE98DA22-4D6C-4CAE-C8D3-65599940C8F4}"/>
              </a:ext>
            </a:extLst>
          </p:cNvPr>
          <p:cNvSpPr txBox="1"/>
          <p:nvPr/>
        </p:nvSpPr>
        <p:spPr>
          <a:xfrm>
            <a:off x="7543800" y="5340687"/>
            <a:ext cx="41317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n_estimators</a:t>
            </a:r>
            <a:r>
              <a:rPr lang="de-DE" sz="1200" dirty="0"/>
              <a:t>': 200, </a:t>
            </a:r>
            <a:br>
              <a:rPr lang="de-DE" sz="1200" dirty="0"/>
            </a:br>
            <a:r>
              <a:rPr lang="de-DE" sz="1200" dirty="0"/>
              <a:t>'</a:t>
            </a:r>
            <a:r>
              <a:rPr lang="de-DE" sz="1200" dirty="0" err="1"/>
              <a:t>classifier</a:t>
            </a:r>
            <a:r>
              <a:rPr lang="de-DE" sz="1200" dirty="0"/>
              <a:t>__</a:t>
            </a:r>
            <a:r>
              <a:rPr lang="de-DE" sz="1200" dirty="0" err="1"/>
              <a:t>estimator</a:t>
            </a:r>
            <a:r>
              <a:rPr lang="de-DE" sz="1200" dirty="0"/>
              <a:t>__</a:t>
            </a:r>
            <a:r>
              <a:rPr lang="de-DE" sz="1200" dirty="0" err="1"/>
              <a:t>min_samples_split</a:t>
            </a:r>
            <a:r>
              <a:rPr lang="de-DE" sz="1200" dirty="0"/>
              <a:t>': 10, </a:t>
            </a:r>
            <a:br>
              <a:rPr lang="de-DE" sz="1200" dirty="0"/>
            </a:br>
            <a:r>
              <a:rPr lang="de-DE" sz="1200" dirty="0"/>
              <a:t>'</a:t>
            </a:r>
            <a:r>
              <a:rPr lang="de-DE" sz="1200" dirty="0" err="1"/>
              <a:t>classifier</a:t>
            </a:r>
            <a:r>
              <a:rPr lang="de-DE" sz="1200" dirty="0"/>
              <a:t>__</a:t>
            </a:r>
            <a:r>
              <a:rPr lang="de-DE" sz="1200" dirty="0" err="1"/>
              <a:t>estimator</a:t>
            </a:r>
            <a:r>
              <a:rPr lang="de-DE" sz="1200" dirty="0"/>
              <a:t>__</a:t>
            </a:r>
            <a:r>
              <a:rPr lang="de-DE" sz="1200" dirty="0" err="1"/>
              <a:t>min_samples_leaf</a:t>
            </a:r>
            <a:r>
              <a:rPr lang="de-DE" sz="1200" dirty="0"/>
              <a:t>': 4,</a:t>
            </a:r>
            <a:br>
              <a:rPr lang="de-DE" sz="1200" dirty="0"/>
            </a:br>
            <a:r>
              <a:rPr lang="de-DE" sz="1200" dirty="0"/>
              <a:t> '</a:t>
            </a:r>
            <a:r>
              <a:rPr lang="de-DE" sz="1200" dirty="0" err="1"/>
              <a:t>classifier</a:t>
            </a:r>
            <a:r>
              <a:rPr lang="de-DE" sz="1200" dirty="0"/>
              <a:t>__</a:t>
            </a:r>
            <a:r>
              <a:rPr lang="de-DE" sz="1200" dirty="0" err="1"/>
              <a:t>estimator</a:t>
            </a:r>
            <a:r>
              <a:rPr lang="de-DE" sz="1200" dirty="0"/>
              <a:t>__</a:t>
            </a:r>
            <a:r>
              <a:rPr lang="de-DE" sz="1200" dirty="0" err="1"/>
              <a:t>max_features</a:t>
            </a:r>
            <a:r>
              <a:rPr lang="de-DE" sz="1200" dirty="0"/>
              <a:t>': '</a:t>
            </a:r>
            <a:r>
              <a:rPr lang="de-DE" sz="1200" dirty="0" err="1"/>
              <a:t>sqrt</a:t>
            </a:r>
            <a:r>
              <a:rPr lang="de-DE" sz="1200" dirty="0"/>
              <a:t>‘,</a:t>
            </a:r>
            <a:br>
              <a:rPr lang="de-DE" sz="1200" dirty="0"/>
            </a:br>
            <a:r>
              <a:rPr lang="de-DE" sz="1200" dirty="0"/>
              <a:t> '</a:t>
            </a:r>
            <a:r>
              <a:rPr lang="de-DE" sz="1200" dirty="0" err="1"/>
              <a:t>classifier</a:t>
            </a:r>
            <a:r>
              <a:rPr lang="de-DE" sz="1200" dirty="0"/>
              <a:t>__</a:t>
            </a:r>
            <a:r>
              <a:rPr lang="de-DE" sz="1200" dirty="0" err="1"/>
              <a:t>estimator</a:t>
            </a:r>
            <a:r>
              <a:rPr lang="de-DE" sz="1200" dirty="0"/>
              <a:t>__</a:t>
            </a:r>
            <a:r>
              <a:rPr lang="de-DE" sz="1200" dirty="0" err="1"/>
              <a:t>max_depth</a:t>
            </a:r>
            <a:r>
              <a:rPr lang="de-DE" sz="1200" dirty="0"/>
              <a:t>': 5}</a:t>
            </a:r>
          </a:p>
        </p:txBody>
      </p:sp>
    </p:spTree>
    <p:extLst>
      <p:ext uri="{BB962C8B-B14F-4D97-AF65-F5344CB8AC3E}">
        <p14:creationId xmlns:p14="http://schemas.microsoft.com/office/powerpoint/2010/main" val="2413301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F4642B-14FD-1675-C793-32F9E98C1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4878D-7E6C-43C4-BC48-38CB8B52114E}" type="slidenum">
              <a:rPr lang="de-DE" smtClean="0"/>
              <a:t>15</a:t>
            </a:fld>
            <a:endParaRPr lang="de-DE" dirty="0"/>
          </a:p>
        </p:txBody>
      </p:sp>
      <p:pic>
        <p:nvPicPr>
          <p:cNvPr id="6" name="Inhaltsplatzhalter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1340222A-2AAF-AFA0-E04A-8AE0333E7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982" y="1996775"/>
            <a:ext cx="7902218" cy="4632607"/>
          </a:xfrm>
          <a:prstGeom prst="rect">
            <a:avLst/>
          </a:prstGeom>
        </p:spPr>
      </p:pic>
      <p:pic>
        <p:nvPicPr>
          <p:cNvPr id="8198" name="Picture 6" descr="Épicerie fine Edélices : épicerie fine en ligne, produits bio - Edélices">
            <a:extLst>
              <a:ext uri="{FF2B5EF4-FFF2-40B4-BE49-F238E27FC236}">
                <a16:creationId xmlns:a16="http://schemas.microsoft.com/office/drawing/2014/main" id="{7FCC1F7B-2B48-0B63-557F-177320186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1" r="-1" b="34194"/>
          <a:stretch>
            <a:fillRect/>
          </a:stretch>
        </p:blipFill>
        <p:spPr bwMode="auto">
          <a:xfrm>
            <a:off x="0" y="-1272937"/>
            <a:ext cx="12192000" cy="254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fik 2" descr="Inventar durchsuchen Silhouette">
            <a:extLst>
              <a:ext uri="{FF2B5EF4-FFF2-40B4-BE49-F238E27FC236}">
                <a16:creationId xmlns:a16="http://schemas.microsoft.com/office/drawing/2014/main" id="{E1A3AA7B-C72B-B1C5-2016-1782230AD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5580" y="14474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40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4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86A7B8-EE96-88C5-D6DA-64BA0CEE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410712" cy="1106424"/>
          </a:xfrm>
        </p:spPr>
        <p:txBody>
          <a:bodyPr>
            <a:normAutofit/>
          </a:bodyPr>
          <a:lstStyle/>
          <a:p>
            <a:r>
              <a:rPr lang="de-DE" sz="1800"/>
              <a:t>Random Forest:  GridSearchCV `Antwort_Letzte_Kampagne` als Zielvariable  </a:t>
            </a:r>
            <a:br>
              <a:rPr lang="de-DE" sz="1800"/>
            </a:br>
            <a:endParaRPr lang="de-DE" sz="1800"/>
          </a:p>
        </p:txBody>
      </p:sp>
      <p:sp>
        <p:nvSpPr>
          <p:cNvPr id="48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0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89993B-F45F-6D1E-EED6-7BF635DAF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700"/>
              <a:t>Hyperparameter-Optimierung</a:t>
            </a:r>
            <a:endParaRPr lang="da-DK" sz="1700"/>
          </a:p>
          <a:p>
            <a:r>
              <a:rPr lang="da-DK" sz="1700"/>
              <a:t>Beste Parameter:</a:t>
            </a:r>
          </a:p>
          <a:p>
            <a:pPr marL="0" indent="0">
              <a:buNone/>
            </a:pPr>
            <a:r>
              <a:rPr lang="da-DK" sz="1700"/>
              <a:t> {'rf_model__max_depth': None,</a:t>
            </a:r>
          </a:p>
          <a:p>
            <a:pPr marL="0" indent="0">
              <a:buNone/>
            </a:pPr>
            <a:r>
              <a:rPr lang="da-DK" sz="1700"/>
              <a:t> 'rf_model__min_samples_leaf': 1,</a:t>
            </a:r>
          </a:p>
          <a:p>
            <a:pPr marL="0" indent="0">
              <a:buNone/>
            </a:pPr>
            <a:r>
              <a:rPr lang="da-DK" sz="1700"/>
              <a:t> 'rf_model__min_samples_split': 5,</a:t>
            </a:r>
          </a:p>
          <a:p>
            <a:pPr marL="0" indent="0">
              <a:buNone/>
            </a:pPr>
            <a:r>
              <a:rPr lang="da-DK" sz="1700"/>
              <a:t> 'rf_model__n_estimators': 200,</a:t>
            </a:r>
          </a:p>
          <a:p>
            <a:pPr marL="0" indent="0">
              <a:buNone/>
            </a:pPr>
            <a:r>
              <a:rPr lang="da-DK" sz="1700"/>
              <a:t> 'rf_model__random_state': 42}</a:t>
            </a:r>
          </a:p>
          <a:p>
            <a:pPr marL="0" indent="0">
              <a:buNone/>
            </a:pPr>
            <a:r>
              <a:rPr lang="da-DK" sz="1700"/>
              <a:t> Bestes F1-Score: 0.827</a:t>
            </a:r>
          </a:p>
          <a:p>
            <a:endParaRPr lang="de-DE" sz="1700"/>
          </a:p>
        </p:txBody>
      </p:sp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9D5C460-E01E-AF5E-5771-5ADE9CF009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3" b="-2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EFDC42-667E-EE25-1145-9C7090FD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648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de-DE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de-DE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500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CCB32399-8248-9DFC-875B-A336F78CE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4741"/>
            <a:ext cx="5294716" cy="2488516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84F053B-72DF-467F-8F4A-536CB997F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25176"/>
            <a:ext cx="5294715" cy="260764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178148-E345-B2A0-7AED-F73880FD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2D7FBD6E-DA64-1B72-F684-377D5CF9BFBE}"/>
              </a:ext>
            </a:extLst>
          </p:cNvPr>
          <p:cNvSpPr/>
          <p:nvPr/>
        </p:nvSpPr>
        <p:spPr>
          <a:xfrm>
            <a:off x="1289714" y="3336879"/>
            <a:ext cx="606336" cy="208148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5DC7738-46A6-DE47-4BE6-8E563327C574}"/>
              </a:ext>
            </a:extLst>
          </p:cNvPr>
          <p:cNvSpPr/>
          <p:nvPr/>
        </p:nvSpPr>
        <p:spPr>
          <a:xfrm>
            <a:off x="6969457" y="2943368"/>
            <a:ext cx="606336" cy="208148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E825286-4397-F62F-5622-D27A3FE8F959}"/>
              </a:ext>
            </a:extLst>
          </p:cNvPr>
          <p:cNvSpPr txBox="1"/>
          <p:nvPr/>
        </p:nvSpPr>
        <p:spPr>
          <a:xfrm>
            <a:off x="1896050" y="1584960"/>
            <a:ext cx="3338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 a</a:t>
            </a:r>
            <a:r>
              <a:rPr lang="de-D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lte Modell (F1‑Score 0,56) 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E2EBF95-29A0-4978-630E-E75948A25129}"/>
              </a:ext>
            </a:extLst>
          </p:cNvPr>
          <p:cNvSpPr txBox="1"/>
          <p:nvPr/>
        </p:nvSpPr>
        <p:spPr>
          <a:xfrm>
            <a:off x="7575793" y="1440180"/>
            <a:ext cx="326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 n</a:t>
            </a:r>
            <a:r>
              <a:rPr lang="de-D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eue Modell (F1‑Score 0,82)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615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E9FE9D-2551-D59D-DA2C-B4286A667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871147"/>
            <a:ext cx="4544762" cy="569034"/>
          </a:xfrm>
        </p:spPr>
        <p:txBody>
          <a:bodyPr anchor="t">
            <a:normAutofit fontScale="90000"/>
          </a:bodyPr>
          <a:lstStyle/>
          <a:p>
            <a:r>
              <a:rPr lang="de-DE" sz="3200" dirty="0"/>
              <a:t>Fazit und Erkenntnisse</a:t>
            </a:r>
            <a:br>
              <a:rPr lang="de-DE" sz="3200" dirty="0"/>
            </a:br>
            <a:endParaRPr lang="de-DE" sz="3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5CB41D-30C8-AC9E-E88C-23E3C769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34087"/>
            <a:ext cx="11330538" cy="646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 b="1" dirty="0"/>
              <a:t>Einkommensvorhersage (Regression)  </a:t>
            </a:r>
            <a:r>
              <a:rPr lang="de-DE" sz="1800" dirty="0"/>
              <a:t>Modell stabil→ kann genutzt werden (</a:t>
            </a:r>
            <a:r>
              <a:rPr lang="de-DE" sz="1800" dirty="0" err="1"/>
              <a:t>Inputing</a:t>
            </a:r>
            <a:r>
              <a:rPr lang="de-DE" sz="1800" dirty="0"/>
              <a:t>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sz="18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EDE9FB-04A1-039F-B580-53BE2047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de-DE" smtClean="0"/>
              <a:pPr>
                <a:spcAft>
                  <a:spcPts val="600"/>
                </a:spcAft>
              </a:pPr>
              <a:t>18</a:t>
            </a:fld>
            <a:endParaRPr lang="de-DE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AD5731D-E39B-E1E0-F54F-78420CE79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06717"/>
              </p:ext>
            </p:extLst>
          </p:nvPr>
        </p:nvGraphicFramePr>
        <p:xfrm>
          <a:off x="5148890" y="2369662"/>
          <a:ext cx="5679050" cy="3151112"/>
        </p:xfrm>
        <a:graphic>
          <a:graphicData uri="http://schemas.openxmlformats.org/drawingml/2006/table">
            <a:tbl>
              <a:tblPr firstRow="1" bandRow="1"/>
              <a:tblGrid>
                <a:gridCol w="1045398">
                  <a:extLst>
                    <a:ext uri="{9D8B030D-6E8A-4147-A177-3AD203B41FA5}">
                      <a16:colId xmlns:a16="http://schemas.microsoft.com/office/drawing/2014/main" val="4037319360"/>
                    </a:ext>
                  </a:extLst>
                </a:gridCol>
                <a:gridCol w="2198229">
                  <a:extLst>
                    <a:ext uri="{9D8B030D-6E8A-4147-A177-3AD203B41FA5}">
                      <a16:colId xmlns:a16="http://schemas.microsoft.com/office/drawing/2014/main" val="3131336974"/>
                    </a:ext>
                  </a:extLst>
                </a:gridCol>
                <a:gridCol w="2435423">
                  <a:extLst>
                    <a:ext uri="{9D8B030D-6E8A-4147-A177-3AD203B41FA5}">
                      <a16:colId xmlns:a16="http://schemas.microsoft.com/office/drawing/2014/main" val="958359210"/>
                    </a:ext>
                  </a:extLst>
                </a:gridCol>
              </a:tblGrid>
              <a:tr h="166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Cluster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Name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Merkmale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010421"/>
                  </a:ext>
                </a:extLst>
              </a:tr>
              <a:tr h="652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dirty="0"/>
                        <a:t>0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b="1" dirty="0"/>
                        <a:t>Premium-Kunden</a:t>
                      </a:r>
                      <a:endParaRPr lang="de-DE" sz="1800" dirty="0"/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hohes Einkommen, kauft überwiegend </a:t>
                      </a:r>
                      <a:r>
                        <a:rPr lang="de-DE" sz="1400" b="1"/>
                        <a:t>im Laden</a:t>
                      </a:r>
                      <a:r>
                        <a:rPr lang="de-DE" sz="1400"/>
                        <a:t>, Premium-Produkte, wenig rabattaffin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591096"/>
                  </a:ext>
                </a:extLst>
              </a:tr>
              <a:tr h="53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dirty="0"/>
                        <a:t>1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b="1" dirty="0"/>
                        <a:t>Cyber-Kunden</a:t>
                      </a:r>
                      <a:endParaRPr lang="de-DE" sz="1800" dirty="0"/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mittleres Einkommen, kauft überwiegend </a:t>
                      </a:r>
                      <a:r>
                        <a:rPr lang="de-DE" sz="1400" b="1"/>
                        <a:t>online</a:t>
                      </a:r>
                      <a:r>
                        <a:rPr lang="de-DE" sz="1400"/>
                        <a:t>, interessiert an Aktionen/Rabatten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80184"/>
                  </a:ext>
                </a:extLst>
              </a:tr>
              <a:tr h="53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dirty="0"/>
                        <a:t>2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b="1" dirty="0"/>
                        <a:t>Rabatt-Kunden</a:t>
                      </a:r>
                      <a:endParaRPr lang="de-DE" sz="1800" dirty="0"/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niedriges Einkommen, kauft Laden/Katalog, </a:t>
                      </a:r>
                      <a:r>
                        <a:rPr lang="de-DE" sz="1400" b="1" dirty="0"/>
                        <a:t>stark rabattaffin</a:t>
                      </a:r>
                      <a:r>
                        <a:rPr lang="de-DE" sz="1400" dirty="0"/>
                        <a:t>, kleinere Ausgaben</a:t>
                      </a:r>
                    </a:p>
                  </a:txBody>
                  <a:tcPr marL="94358" marR="94358" marT="47179" marB="47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526513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77B7D8C5-9F70-0EBD-CE86-9BE250925F3D}"/>
              </a:ext>
            </a:extLst>
          </p:cNvPr>
          <p:cNvSpPr txBox="1"/>
          <p:nvPr/>
        </p:nvSpPr>
        <p:spPr>
          <a:xfrm>
            <a:off x="668330" y="2980832"/>
            <a:ext cx="4480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800" b="1" dirty="0">
                <a:latin typeface="Arial" panose="020B0604020202020204" pitchFamily="34" charset="0"/>
              </a:rPr>
              <a:t>3 Cluster </a:t>
            </a:r>
            <a:r>
              <a:rPr lang="de-DE" altLang="de-DE" sz="1800" dirty="0">
                <a:latin typeface="Arial" panose="020B0604020202020204" pitchFamily="34" charset="0"/>
              </a:rPr>
              <a:t>Hauptunterscheidungsmerkmale: Einkommen, Haushaltsgröße, Bildungsniveau.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1800" dirty="0">
              <a:latin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D86500C-DD43-9640-0FF0-0067BE451D62}"/>
              </a:ext>
            </a:extLst>
          </p:cNvPr>
          <p:cNvSpPr txBox="1"/>
          <p:nvPr/>
        </p:nvSpPr>
        <p:spPr>
          <a:xfrm>
            <a:off x="668330" y="5710019"/>
            <a:ext cx="1039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800" dirty="0"/>
              <a:t>Feature-Analyse zeigt </a:t>
            </a:r>
            <a:r>
              <a:rPr lang="de-DE" sz="1800" b="1" dirty="0"/>
              <a:t>Einkommen</a:t>
            </a:r>
            <a:r>
              <a:rPr lang="de-DE" sz="1800" dirty="0"/>
              <a:t> als wichtigsten Entscheidungsfaktor, gefolgt von weiteren Kundendaten </a:t>
            </a:r>
            <a:r>
              <a:rPr lang="de-DE" b="1" dirty="0"/>
              <a:t>Kundenbindungsdauer und </a:t>
            </a:r>
            <a:r>
              <a:rPr lang="de-DE" b="1" dirty="0" err="1"/>
              <a:t>Letzerkauftag</a:t>
            </a:r>
            <a:r>
              <a:rPr lang="de-DE" b="1" dirty="0"/>
              <a:t>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31071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990FAB-B4A0-EE0F-93ED-C276A4CC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22098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e-DE" sz="4000" dirty="0"/>
              <a:t>Handlungsempfehlungen</a:t>
            </a:r>
            <a:br>
              <a:rPr lang="de-DE" sz="4000" dirty="0"/>
            </a:br>
            <a:endParaRPr lang="de-DE" sz="4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FBB737B-4EA0-4841-F68A-294207291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794" y="1178560"/>
            <a:ext cx="5334203" cy="50615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de-DE" sz="2000" b="1" dirty="0"/>
              <a:t>Zielgerichtetere Kampagnen</a:t>
            </a:r>
            <a:r>
              <a:rPr lang="de-DE" sz="2000" dirty="0"/>
              <a:t>, die auf der Kundensegmentierung basieren</a:t>
            </a:r>
            <a:endParaRPr kumimoji="0" lang="de-DE" altLang="de-DE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de-DE" sz="2000" b="1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de-DE" sz="2000" dirty="0"/>
              <a:t> </a:t>
            </a:r>
            <a:r>
              <a:rPr lang="de-DE" sz="2000" b="1" dirty="0"/>
              <a:t>Informationen über die Kampagnen </a:t>
            </a:r>
            <a:r>
              <a:rPr lang="de-DE" sz="2000" dirty="0"/>
              <a:t>sammeln  vor allem zu den Kosten und zu den angebotenen Leistungen.</a:t>
            </a:r>
            <a:br>
              <a:rPr lang="de-DE" sz="2000" b="1" dirty="0"/>
            </a:br>
            <a:endParaRPr lang="de-DE" altLang="de-DE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de-DE" sz="2000" b="1" dirty="0"/>
              <a:t>Kundenbindungsdauer </a:t>
            </a:r>
            <a:r>
              <a:rPr lang="de-DE" sz="2000" dirty="0"/>
              <a:t>       → Wer ist neu / loyal → Willkommens- oder Treueaktionen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de-DE" sz="20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de-DE" sz="2000" b="1" dirty="0" err="1"/>
              <a:t>Recency</a:t>
            </a:r>
            <a:r>
              <a:rPr lang="de-DE" sz="2000" b="1" dirty="0"/>
              <a:t> </a:t>
            </a:r>
            <a:r>
              <a:rPr lang="de-DE" sz="2000" dirty="0"/>
              <a:t>→ Wer ist aktiv / inaktiv → Reaktivierungskampagnen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de-DE" sz="20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de-DE" sz="2000" b="1" dirty="0"/>
              <a:t>Feature für CLV </a:t>
            </a:r>
            <a:r>
              <a:rPr lang="de-DE" sz="2000" dirty="0"/>
              <a:t>(Customer Lifetime Value) Vorhersage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2" descr="Präsent Babyglück – Lindner">
            <a:extLst>
              <a:ext uri="{FF2B5EF4-FFF2-40B4-BE49-F238E27FC236}">
                <a16:creationId xmlns:a16="http://schemas.microsoft.com/office/drawing/2014/main" id="{64BC7BF3-9A9D-DE60-70F9-3D9325513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r="13009" b="-1"/>
          <a:stretch>
            <a:fillRect/>
          </a:stretch>
        </p:blipFill>
        <p:spPr bwMode="auto">
          <a:xfrm>
            <a:off x="6857797" y="-10886"/>
            <a:ext cx="5334204" cy="6868886"/>
          </a:xfrm>
          <a:prstGeom prst="rect">
            <a:avLst/>
          </a:prstGeom>
          <a:noFill/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DC6E92-C25A-FF1F-D843-41C719C7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7869" y="6356350"/>
            <a:ext cx="17684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4878D-7E6C-43C4-BC48-38CB8B52114E}" type="slidenum">
              <a:rPr lang="de-DE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19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CEF1CE9-077A-599D-139E-15FD80160B0B}"/>
              </a:ext>
            </a:extLst>
          </p:cNvPr>
          <p:cNvSpPr txBox="1"/>
          <p:nvPr/>
        </p:nvSpPr>
        <p:spPr>
          <a:xfrm flipV="1">
            <a:off x="5441839" y="5798145"/>
            <a:ext cx="73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solidFill>
                  <a:srgbClr val="0000FF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33750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22162-35CD-E0B0-3F4C-838D7433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24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6295E1D9-3952-2315-AC68-AD71F43A0C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r="1" b="2839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BFF001A7-383F-57C7-4C5A-B3BFCE25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685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734878D-7E6C-43C4-BC48-38CB8B52114E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20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C3F95F-9504-9C14-FA15-B25B99A48C7A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9D26AB9-7320-D82C-16B3-6B1C9D8883AE}"/>
              </a:ext>
            </a:extLst>
          </p:cNvPr>
          <p:cNvSpPr txBox="1"/>
          <p:nvPr/>
        </p:nvSpPr>
        <p:spPr>
          <a:xfrm>
            <a:off x="6548456" y="5927437"/>
            <a:ext cx="4529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0000FF"/>
                </a:solidFill>
              </a:rPr>
              <a:t>Danke fürs Zuhören</a:t>
            </a:r>
          </a:p>
        </p:txBody>
      </p:sp>
    </p:spTree>
    <p:extLst>
      <p:ext uri="{BB962C8B-B14F-4D97-AF65-F5344CB8AC3E}">
        <p14:creationId xmlns:p14="http://schemas.microsoft.com/office/powerpoint/2010/main" val="251308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Breitbild</PresentationFormat>
  <Paragraphs>166</Paragraphs>
  <Slides>20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Consolas</vt:lpstr>
      <vt:lpstr>Wingdings</vt:lpstr>
      <vt:lpstr>Office</vt:lpstr>
      <vt:lpstr>PowerPoint-Präsentation</vt:lpstr>
      <vt:lpstr>PowerPoint-Präsentation</vt:lpstr>
      <vt:lpstr>Überblick des Datensatzes</vt:lpstr>
      <vt:lpstr>PowerPoint-Präsentation</vt:lpstr>
      <vt:lpstr>Datenaufbereitung </vt:lpstr>
      <vt:lpstr>Einkommen vorhersagen (lineare Regression)</vt:lpstr>
      <vt:lpstr>PowerPoint-Präsentation</vt:lpstr>
      <vt:lpstr>Clusteranalyse </vt:lpstr>
      <vt:lpstr>PowerPoint-Präsentation</vt:lpstr>
      <vt:lpstr>Clusteranalyse: Verteilung der Cluster </vt:lpstr>
      <vt:lpstr>PowerPoint-Präsentation</vt:lpstr>
      <vt:lpstr>PowerPoint-Präsentation</vt:lpstr>
      <vt:lpstr>Clusteranalyse Reaktion auf Kampagne</vt:lpstr>
      <vt:lpstr>PowerPoint-Präsentation</vt:lpstr>
      <vt:lpstr>PowerPoint-Präsentation</vt:lpstr>
      <vt:lpstr>Random Forest:  GridSearchCV `Antwort_Letzte_Kampagne` als Zielvariable   </vt:lpstr>
      <vt:lpstr>PowerPoint-Präsentation</vt:lpstr>
      <vt:lpstr>Fazit und Erkenntnisse </vt:lpstr>
      <vt:lpstr>Handlungsempfehlungen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Hiba Ben Rhouma</dc:creator>
  <cp:lastModifiedBy>Hiba Ben Rhouma</cp:lastModifiedBy>
  <cp:revision>1</cp:revision>
  <dcterms:created xsi:type="dcterms:W3CDTF">2026-01-30T08:42:15Z</dcterms:created>
  <dcterms:modified xsi:type="dcterms:W3CDTF">2026-02-03T12:32:28Z</dcterms:modified>
</cp:coreProperties>
</file>